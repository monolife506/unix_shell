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6" r:id="rId2"/>
    <p:sldId id="397" r:id="rId3"/>
    <p:sldId id="347" r:id="rId4"/>
    <p:sldId id="348" r:id="rId5"/>
    <p:sldId id="349" r:id="rId6"/>
    <p:sldId id="350" r:id="rId7"/>
    <p:sldId id="352" r:id="rId8"/>
    <p:sldId id="370" r:id="rId9"/>
    <p:sldId id="371" r:id="rId10"/>
    <p:sldId id="372" r:id="rId11"/>
    <p:sldId id="373" r:id="rId12"/>
    <p:sldId id="374" r:id="rId13"/>
    <p:sldId id="375" r:id="rId14"/>
    <p:sldId id="376" r:id="rId15"/>
    <p:sldId id="377" r:id="rId16"/>
    <p:sldId id="387" r:id="rId17"/>
    <p:sldId id="388" r:id="rId18"/>
    <p:sldId id="396" r:id="rId19"/>
    <p:sldId id="389" r:id="rId20"/>
    <p:sldId id="390" r:id="rId21"/>
    <p:sldId id="391" r:id="rId22"/>
    <p:sldId id="392" r:id="rId23"/>
    <p:sldId id="393" r:id="rId24"/>
    <p:sldId id="394" r:id="rId25"/>
    <p:sldId id="381" r:id="rId26"/>
    <p:sldId id="382" r:id="rId27"/>
    <p:sldId id="383" r:id="rId28"/>
    <p:sldId id="384" r:id="rId29"/>
    <p:sldId id="385" r:id="rId30"/>
    <p:sldId id="386" r:id="rId31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B9DFA35-85AA-43C9-9BAC-6C3CA6BF62FB}" v="51" dt="2019-11-08T02:31:05.67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7367" autoAdjust="0"/>
    <p:restoredTop sz="96727" autoAdjust="0"/>
  </p:normalViewPr>
  <p:slideViewPr>
    <p:cSldViewPr>
      <p:cViewPr varScale="1">
        <p:scale>
          <a:sx n="92" d="100"/>
          <a:sy n="92" d="100"/>
        </p:scale>
        <p:origin x="456" y="7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594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54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3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22191082@office.inha.ac.kr" userId="2fcd9c2e-b7f8-4d2a-8c90-80f9a983f291" providerId="ADAL" clId="{0B9DFA35-85AA-43C9-9BAC-6C3CA6BF62FB}"/>
    <pc:docChg chg="undo redo custSel addSld delSld modSld sldOrd">
      <pc:chgData name="22191082@office.inha.ac.kr" userId="2fcd9c2e-b7f8-4d2a-8c90-80f9a983f291" providerId="ADAL" clId="{0B9DFA35-85AA-43C9-9BAC-6C3CA6BF62FB}" dt="2019-11-08T02:31:05.676" v="474"/>
      <pc:docMkLst>
        <pc:docMk/>
      </pc:docMkLst>
      <pc:sldChg chg="addSp delSp modSp mod">
        <pc:chgData name="22191082@office.inha.ac.kr" userId="2fcd9c2e-b7f8-4d2a-8c90-80f9a983f291" providerId="ADAL" clId="{0B9DFA35-85AA-43C9-9BAC-6C3CA6BF62FB}" dt="2019-11-08T01:51:13.120" v="286"/>
        <pc:sldMkLst>
          <pc:docMk/>
          <pc:sldMk cId="0" sldId="334"/>
        </pc:sldMkLst>
        <pc:spChg chg="add del mod">
          <ac:chgData name="22191082@office.inha.ac.kr" userId="2fcd9c2e-b7f8-4d2a-8c90-80f9a983f291" providerId="ADAL" clId="{0B9DFA35-85AA-43C9-9BAC-6C3CA6BF62FB}" dt="2019-11-08T01:51:08.536" v="283" actId="478"/>
          <ac:spMkLst>
            <pc:docMk/>
            <pc:sldMk cId="0" sldId="334"/>
            <ac:spMk id="3" creationId="{3BB04219-D6F3-442F-A786-F327F31AB686}"/>
          </ac:spMkLst>
        </pc:spChg>
        <pc:spChg chg="add del mod">
          <ac:chgData name="22191082@office.inha.ac.kr" userId="2fcd9c2e-b7f8-4d2a-8c90-80f9a983f291" providerId="ADAL" clId="{0B9DFA35-85AA-43C9-9BAC-6C3CA6BF62FB}" dt="2019-11-08T01:51:13.120" v="286"/>
          <ac:spMkLst>
            <pc:docMk/>
            <pc:sldMk cId="0" sldId="334"/>
            <ac:spMk id="5" creationId="{91BC4775-BA6E-4E3C-A296-963AFAC4F994}"/>
          </ac:spMkLst>
        </pc:spChg>
        <pc:picChg chg="add del">
          <ac:chgData name="22191082@office.inha.ac.kr" userId="2fcd9c2e-b7f8-4d2a-8c90-80f9a983f291" providerId="ADAL" clId="{0B9DFA35-85AA-43C9-9BAC-6C3CA6BF62FB}" dt="2019-11-08T01:51:12.046" v="285" actId="478"/>
          <ac:picMkLst>
            <pc:docMk/>
            <pc:sldMk cId="0" sldId="334"/>
            <ac:picMk id="6" creationId="{37D28BF2-659A-416A-A8A4-6AFE4AE64F17}"/>
          </ac:picMkLst>
        </pc:picChg>
        <pc:picChg chg="add mod">
          <ac:chgData name="22191082@office.inha.ac.kr" userId="2fcd9c2e-b7f8-4d2a-8c90-80f9a983f291" providerId="ADAL" clId="{0B9DFA35-85AA-43C9-9BAC-6C3CA6BF62FB}" dt="2019-11-08T01:51:13.120" v="286"/>
          <ac:picMkLst>
            <pc:docMk/>
            <pc:sldMk cId="0" sldId="334"/>
            <ac:picMk id="7" creationId="{63433B26-EDD2-4607-B0B9-FB155066EC1B}"/>
          </ac:picMkLst>
        </pc:picChg>
        <pc:picChg chg="del">
          <ac:chgData name="22191082@office.inha.ac.kr" userId="2fcd9c2e-b7f8-4d2a-8c90-80f9a983f291" providerId="ADAL" clId="{0B9DFA35-85AA-43C9-9BAC-6C3CA6BF62FB}" dt="2019-11-08T01:51:08.536" v="283" actId="478"/>
          <ac:picMkLst>
            <pc:docMk/>
            <pc:sldMk cId="0" sldId="334"/>
            <ac:picMk id="1026" creationId="{00000000-0000-0000-0000-000000000000}"/>
          </ac:picMkLst>
        </pc:picChg>
      </pc:sldChg>
      <pc:sldChg chg="addSp delSp modSp mod">
        <pc:chgData name="22191082@office.inha.ac.kr" userId="2fcd9c2e-b7f8-4d2a-8c90-80f9a983f291" providerId="ADAL" clId="{0B9DFA35-85AA-43C9-9BAC-6C3CA6BF62FB}" dt="2019-11-08T01:51:44.615" v="290" actId="167"/>
        <pc:sldMkLst>
          <pc:docMk/>
          <pc:sldMk cId="0" sldId="336"/>
        </pc:sldMkLst>
        <pc:spChg chg="add del mod">
          <ac:chgData name="22191082@office.inha.ac.kr" userId="2fcd9c2e-b7f8-4d2a-8c90-80f9a983f291" providerId="ADAL" clId="{0B9DFA35-85AA-43C9-9BAC-6C3CA6BF62FB}" dt="2019-11-08T01:51:40.923" v="288"/>
          <ac:spMkLst>
            <pc:docMk/>
            <pc:sldMk cId="0" sldId="336"/>
            <ac:spMk id="4" creationId="{EB1BC4AD-FC6B-4D06-BEBB-604B1B62F44D}"/>
          </ac:spMkLst>
        </pc:spChg>
        <pc:picChg chg="add mod ord">
          <ac:chgData name="22191082@office.inha.ac.kr" userId="2fcd9c2e-b7f8-4d2a-8c90-80f9a983f291" providerId="ADAL" clId="{0B9DFA35-85AA-43C9-9BAC-6C3CA6BF62FB}" dt="2019-11-08T01:51:44.615" v="290" actId="167"/>
          <ac:picMkLst>
            <pc:docMk/>
            <pc:sldMk cId="0" sldId="336"/>
            <ac:picMk id="6" creationId="{0EA9DCCE-F7E2-4F2E-AF67-DBF56FA81AA6}"/>
          </ac:picMkLst>
        </pc:picChg>
        <pc:picChg chg="del">
          <ac:chgData name="22191082@office.inha.ac.kr" userId="2fcd9c2e-b7f8-4d2a-8c90-80f9a983f291" providerId="ADAL" clId="{0B9DFA35-85AA-43C9-9BAC-6C3CA6BF62FB}" dt="2019-11-08T01:51:39.520" v="287" actId="478"/>
          <ac:picMkLst>
            <pc:docMk/>
            <pc:sldMk cId="0" sldId="336"/>
            <ac:picMk id="3077" creationId="{00000000-0000-0000-0000-000000000000}"/>
          </ac:picMkLst>
        </pc:picChg>
      </pc:sldChg>
      <pc:sldChg chg="addSp delSp modSp mod">
        <pc:chgData name="22191082@office.inha.ac.kr" userId="2fcd9c2e-b7f8-4d2a-8c90-80f9a983f291" providerId="ADAL" clId="{0B9DFA35-85AA-43C9-9BAC-6C3CA6BF62FB}" dt="2019-11-08T02:13:44.027" v="325" actId="1076"/>
        <pc:sldMkLst>
          <pc:docMk/>
          <pc:sldMk cId="0" sldId="338"/>
        </pc:sldMkLst>
        <pc:spChg chg="add del mod">
          <ac:chgData name="22191082@office.inha.ac.kr" userId="2fcd9c2e-b7f8-4d2a-8c90-80f9a983f291" providerId="ADAL" clId="{0B9DFA35-85AA-43C9-9BAC-6C3CA6BF62FB}" dt="2019-11-08T01:54:59.283" v="292"/>
          <ac:spMkLst>
            <pc:docMk/>
            <pc:sldMk cId="0" sldId="338"/>
            <ac:spMk id="4" creationId="{8B2102EC-4241-4D78-80E8-02BE44ECC52A}"/>
          </ac:spMkLst>
        </pc:spChg>
        <pc:spChg chg="add del mod">
          <ac:chgData name="22191082@office.inha.ac.kr" userId="2fcd9c2e-b7f8-4d2a-8c90-80f9a983f291" providerId="ADAL" clId="{0B9DFA35-85AA-43C9-9BAC-6C3CA6BF62FB}" dt="2019-11-08T01:55:28.915" v="296"/>
          <ac:spMkLst>
            <pc:docMk/>
            <pc:sldMk cId="0" sldId="338"/>
            <ac:spMk id="7" creationId="{605008F8-C476-469C-84A7-46D982B4E2A0}"/>
          </ac:spMkLst>
        </pc:spChg>
        <pc:picChg chg="add del mod">
          <ac:chgData name="22191082@office.inha.ac.kr" userId="2fcd9c2e-b7f8-4d2a-8c90-80f9a983f291" providerId="ADAL" clId="{0B9DFA35-85AA-43C9-9BAC-6C3CA6BF62FB}" dt="2019-11-08T01:55:27.817" v="295" actId="478"/>
          <ac:picMkLst>
            <pc:docMk/>
            <pc:sldMk cId="0" sldId="338"/>
            <ac:picMk id="5" creationId="{BACFD176-8D12-452C-BD48-6A0108F6C9BD}"/>
          </ac:picMkLst>
        </pc:picChg>
        <pc:picChg chg="add mod">
          <ac:chgData name="22191082@office.inha.ac.kr" userId="2fcd9c2e-b7f8-4d2a-8c90-80f9a983f291" providerId="ADAL" clId="{0B9DFA35-85AA-43C9-9BAC-6C3CA6BF62FB}" dt="2019-11-08T01:55:57.013" v="308" actId="1076"/>
          <ac:picMkLst>
            <pc:docMk/>
            <pc:sldMk cId="0" sldId="338"/>
            <ac:picMk id="8" creationId="{6CED77AF-830F-49B0-926C-85F49C4E12A3}"/>
          </ac:picMkLst>
        </pc:picChg>
        <pc:picChg chg="add del mod">
          <ac:chgData name="22191082@office.inha.ac.kr" userId="2fcd9c2e-b7f8-4d2a-8c90-80f9a983f291" providerId="ADAL" clId="{0B9DFA35-85AA-43C9-9BAC-6C3CA6BF62FB}" dt="2019-11-08T01:56:24.859" v="310" actId="478"/>
          <ac:picMkLst>
            <pc:docMk/>
            <pc:sldMk cId="0" sldId="338"/>
            <ac:picMk id="9" creationId="{3EF0E91D-A9E8-4D83-A98E-362711187404}"/>
          </ac:picMkLst>
        </pc:picChg>
        <pc:picChg chg="add mod">
          <ac:chgData name="22191082@office.inha.ac.kr" userId="2fcd9c2e-b7f8-4d2a-8c90-80f9a983f291" providerId="ADAL" clId="{0B9DFA35-85AA-43C9-9BAC-6C3CA6BF62FB}" dt="2019-11-08T02:13:44.027" v="325" actId="1076"/>
          <ac:picMkLst>
            <pc:docMk/>
            <pc:sldMk cId="0" sldId="338"/>
            <ac:picMk id="10" creationId="{912DB25F-D13E-41F5-9405-8048852280D5}"/>
          </ac:picMkLst>
        </pc:picChg>
        <pc:picChg chg="del">
          <ac:chgData name="22191082@office.inha.ac.kr" userId="2fcd9c2e-b7f8-4d2a-8c90-80f9a983f291" providerId="ADAL" clId="{0B9DFA35-85AA-43C9-9BAC-6C3CA6BF62FB}" dt="2019-11-08T01:54:58.315" v="291" actId="478"/>
          <ac:picMkLst>
            <pc:docMk/>
            <pc:sldMk cId="0" sldId="338"/>
            <ac:picMk id="5122" creationId="{00000000-0000-0000-0000-000000000000}"/>
          </ac:picMkLst>
        </pc:picChg>
      </pc:sldChg>
      <pc:sldChg chg="addSp delSp modSp add del mod">
        <pc:chgData name="22191082@office.inha.ac.kr" userId="2fcd9c2e-b7f8-4d2a-8c90-80f9a983f291" providerId="ADAL" clId="{0B9DFA35-85AA-43C9-9BAC-6C3CA6BF62FB}" dt="2019-11-08T02:14:05.927" v="328" actId="14100"/>
        <pc:sldMkLst>
          <pc:docMk/>
          <pc:sldMk cId="0" sldId="339"/>
        </pc:sldMkLst>
        <pc:spChg chg="add del mod">
          <ac:chgData name="22191082@office.inha.ac.kr" userId="2fcd9c2e-b7f8-4d2a-8c90-80f9a983f291" providerId="ADAL" clId="{0B9DFA35-85AA-43C9-9BAC-6C3CA6BF62FB}" dt="2019-11-08T02:13:33.222" v="323" actId="478"/>
          <ac:spMkLst>
            <pc:docMk/>
            <pc:sldMk cId="0" sldId="339"/>
            <ac:spMk id="4" creationId="{233EFB87-B7EF-442B-9549-3E4A713176B5}"/>
          </ac:spMkLst>
        </pc:spChg>
        <pc:spChg chg="add del mod">
          <ac:chgData name="22191082@office.inha.ac.kr" userId="2fcd9c2e-b7f8-4d2a-8c90-80f9a983f291" providerId="ADAL" clId="{0B9DFA35-85AA-43C9-9BAC-6C3CA6BF62FB}" dt="2019-11-08T02:14:03.687" v="327"/>
          <ac:spMkLst>
            <pc:docMk/>
            <pc:sldMk cId="0" sldId="339"/>
            <ac:spMk id="6" creationId="{97016946-2A3D-4038-804A-6A0D65744CE8}"/>
          </ac:spMkLst>
        </pc:spChg>
        <pc:picChg chg="add mod">
          <ac:chgData name="22191082@office.inha.ac.kr" userId="2fcd9c2e-b7f8-4d2a-8c90-80f9a983f291" providerId="ADAL" clId="{0B9DFA35-85AA-43C9-9BAC-6C3CA6BF62FB}" dt="2019-11-08T02:14:05.927" v="328" actId="14100"/>
          <ac:picMkLst>
            <pc:docMk/>
            <pc:sldMk cId="0" sldId="339"/>
            <ac:picMk id="7" creationId="{6B2659E0-8ECE-4B9B-8505-2BF6EA84746C}"/>
          </ac:picMkLst>
        </pc:picChg>
        <pc:picChg chg="add del">
          <ac:chgData name="22191082@office.inha.ac.kr" userId="2fcd9c2e-b7f8-4d2a-8c90-80f9a983f291" providerId="ADAL" clId="{0B9DFA35-85AA-43C9-9BAC-6C3CA6BF62FB}" dt="2019-11-08T02:14:02.590" v="326" actId="478"/>
          <ac:picMkLst>
            <pc:docMk/>
            <pc:sldMk cId="0" sldId="339"/>
            <ac:picMk id="6146" creationId="{00000000-0000-0000-0000-000000000000}"/>
          </ac:picMkLst>
        </pc:picChg>
      </pc:sldChg>
      <pc:sldChg chg="addSp delSp modSp">
        <pc:chgData name="22191082@office.inha.ac.kr" userId="2fcd9c2e-b7f8-4d2a-8c90-80f9a983f291" providerId="ADAL" clId="{0B9DFA35-85AA-43C9-9BAC-6C3CA6BF62FB}" dt="2019-11-05T15:37:12.488" v="129" actId="478"/>
        <pc:sldMkLst>
          <pc:docMk/>
          <pc:sldMk cId="0" sldId="341"/>
        </pc:sldMkLst>
        <pc:spChg chg="add del">
          <ac:chgData name="22191082@office.inha.ac.kr" userId="2fcd9c2e-b7f8-4d2a-8c90-80f9a983f291" providerId="ADAL" clId="{0B9DFA35-85AA-43C9-9BAC-6C3CA6BF62FB}" dt="2019-11-05T15:37:03.566" v="119" actId="478"/>
          <ac:spMkLst>
            <pc:docMk/>
            <pc:sldMk cId="0" sldId="341"/>
            <ac:spMk id="2" creationId="{00000000-0000-0000-0000-000000000000}"/>
          </ac:spMkLst>
        </pc:spChg>
        <pc:spChg chg="add del mod">
          <ac:chgData name="22191082@office.inha.ac.kr" userId="2fcd9c2e-b7f8-4d2a-8c90-80f9a983f291" providerId="ADAL" clId="{0B9DFA35-85AA-43C9-9BAC-6C3CA6BF62FB}" dt="2019-11-05T15:37:12.488" v="129" actId="478"/>
          <ac:spMkLst>
            <pc:docMk/>
            <pc:sldMk cId="0" sldId="341"/>
            <ac:spMk id="3" creationId="{7FA7E8AD-35E6-4341-8869-A4411FEBB6FC}"/>
          </ac:spMkLst>
        </pc:spChg>
        <pc:spChg chg="add del mod">
          <ac:chgData name="22191082@office.inha.ac.kr" userId="2fcd9c2e-b7f8-4d2a-8c90-80f9a983f291" providerId="ADAL" clId="{0B9DFA35-85AA-43C9-9BAC-6C3CA6BF62FB}" dt="2019-11-05T15:37:12.488" v="129" actId="478"/>
          <ac:spMkLst>
            <pc:docMk/>
            <pc:sldMk cId="0" sldId="341"/>
            <ac:spMk id="4" creationId="{6B3D1857-914D-429F-9A48-775156651476}"/>
          </ac:spMkLst>
        </pc:spChg>
        <pc:spChg chg="add del">
          <ac:chgData name="22191082@office.inha.ac.kr" userId="2fcd9c2e-b7f8-4d2a-8c90-80f9a983f291" providerId="ADAL" clId="{0B9DFA35-85AA-43C9-9BAC-6C3CA6BF62FB}" dt="2019-11-05T15:37:03.566" v="119" actId="478"/>
          <ac:spMkLst>
            <pc:docMk/>
            <pc:sldMk cId="0" sldId="341"/>
            <ac:spMk id="7" creationId="{00000000-0000-0000-0000-000000000000}"/>
          </ac:spMkLst>
        </pc:spChg>
        <pc:spChg chg="add del">
          <ac:chgData name="22191082@office.inha.ac.kr" userId="2fcd9c2e-b7f8-4d2a-8c90-80f9a983f291" providerId="ADAL" clId="{0B9DFA35-85AA-43C9-9BAC-6C3CA6BF62FB}" dt="2019-11-05T15:37:03.566" v="119" actId="478"/>
          <ac:spMkLst>
            <pc:docMk/>
            <pc:sldMk cId="0" sldId="341"/>
            <ac:spMk id="8" creationId="{00000000-0000-0000-0000-000000000000}"/>
          </ac:spMkLst>
        </pc:spChg>
        <pc:spChg chg="add del mod">
          <ac:chgData name="22191082@office.inha.ac.kr" userId="2fcd9c2e-b7f8-4d2a-8c90-80f9a983f291" providerId="ADAL" clId="{0B9DFA35-85AA-43C9-9BAC-6C3CA6BF62FB}" dt="2019-11-05T15:37:12.488" v="129" actId="478"/>
          <ac:spMkLst>
            <pc:docMk/>
            <pc:sldMk cId="0" sldId="341"/>
            <ac:spMk id="12" creationId="{FF5A0662-D6F3-4109-BDC9-E31F71E69CDD}"/>
          </ac:spMkLst>
        </pc:spChg>
        <pc:spChg chg="add del mod">
          <ac:chgData name="22191082@office.inha.ac.kr" userId="2fcd9c2e-b7f8-4d2a-8c90-80f9a983f291" providerId="ADAL" clId="{0B9DFA35-85AA-43C9-9BAC-6C3CA6BF62FB}" dt="2019-11-05T15:37:12.488" v="129" actId="478"/>
          <ac:spMkLst>
            <pc:docMk/>
            <pc:sldMk cId="0" sldId="341"/>
            <ac:spMk id="13" creationId="{867E1127-E7C1-4368-A04C-6142E221DE24}"/>
          </ac:spMkLst>
        </pc:spChg>
        <pc:spChg chg="add del mod">
          <ac:chgData name="22191082@office.inha.ac.kr" userId="2fcd9c2e-b7f8-4d2a-8c90-80f9a983f291" providerId="ADAL" clId="{0B9DFA35-85AA-43C9-9BAC-6C3CA6BF62FB}" dt="2019-11-05T15:37:12.488" v="129" actId="478"/>
          <ac:spMkLst>
            <pc:docMk/>
            <pc:sldMk cId="0" sldId="341"/>
            <ac:spMk id="14" creationId="{C7110881-9F30-4D0D-A19B-102F2BDD37E7}"/>
          </ac:spMkLst>
        </pc:spChg>
        <pc:spChg chg="add del mod">
          <ac:chgData name="22191082@office.inha.ac.kr" userId="2fcd9c2e-b7f8-4d2a-8c90-80f9a983f291" providerId="ADAL" clId="{0B9DFA35-85AA-43C9-9BAC-6C3CA6BF62FB}" dt="2019-11-05T15:37:12.488" v="129" actId="478"/>
          <ac:spMkLst>
            <pc:docMk/>
            <pc:sldMk cId="0" sldId="341"/>
            <ac:spMk id="15" creationId="{B489A97E-B083-4C83-B714-7D649DDB1313}"/>
          </ac:spMkLst>
        </pc:spChg>
        <pc:spChg chg="add del mod">
          <ac:chgData name="22191082@office.inha.ac.kr" userId="2fcd9c2e-b7f8-4d2a-8c90-80f9a983f291" providerId="ADAL" clId="{0B9DFA35-85AA-43C9-9BAC-6C3CA6BF62FB}" dt="2019-11-05T15:37:12.488" v="129" actId="478"/>
          <ac:spMkLst>
            <pc:docMk/>
            <pc:sldMk cId="0" sldId="341"/>
            <ac:spMk id="16" creationId="{CE39DB3D-B6FB-4AEB-8022-10B17D869BE0}"/>
          </ac:spMkLst>
        </pc:spChg>
        <pc:spChg chg="add del">
          <ac:chgData name="22191082@office.inha.ac.kr" userId="2fcd9c2e-b7f8-4d2a-8c90-80f9a983f291" providerId="ADAL" clId="{0B9DFA35-85AA-43C9-9BAC-6C3CA6BF62FB}" dt="2019-11-05T15:37:03.566" v="119" actId="478"/>
          <ac:spMkLst>
            <pc:docMk/>
            <pc:sldMk cId="0" sldId="341"/>
            <ac:spMk id="17" creationId="{00000000-0000-0000-0000-000000000000}"/>
          </ac:spMkLst>
        </pc:spChg>
        <pc:spChg chg="add del mod">
          <ac:chgData name="22191082@office.inha.ac.kr" userId="2fcd9c2e-b7f8-4d2a-8c90-80f9a983f291" providerId="ADAL" clId="{0B9DFA35-85AA-43C9-9BAC-6C3CA6BF62FB}" dt="2019-11-05T15:37:12.488" v="129" actId="478"/>
          <ac:spMkLst>
            <pc:docMk/>
            <pc:sldMk cId="0" sldId="341"/>
            <ac:spMk id="18" creationId="{5AFE3126-9CE2-4928-9CE2-AF82CACAE48A}"/>
          </ac:spMkLst>
        </pc:spChg>
        <pc:spChg chg="add del mod">
          <ac:chgData name="22191082@office.inha.ac.kr" userId="2fcd9c2e-b7f8-4d2a-8c90-80f9a983f291" providerId="ADAL" clId="{0B9DFA35-85AA-43C9-9BAC-6C3CA6BF62FB}" dt="2019-11-05T15:37:03.566" v="119" actId="478"/>
          <ac:spMkLst>
            <pc:docMk/>
            <pc:sldMk cId="0" sldId="341"/>
            <ac:spMk id="19" creationId="{8BC01E0B-2947-4680-85E8-CCFEB57D3F53}"/>
          </ac:spMkLst>
        </pc:spChg>
        <pc:cxnChg chg="add del">
          <ac:chgData name="22191082@office.inha.ac.kr" userId="2fcd9c2e-b7f8-4d2a-8c90-80f9a983f291" providerId="ADAL" clId="{0B9DFA35-85AA-43C9-9BAC-6C3CA6BF62FB}" dt="2019-11-05T15:37:03.566" v="119" actId="478"/>
          <ac:cxnSpMkLst>
            <pc:docMk/>
            <pc:sldMk cId="0" sldId="341"/>
            <ac:cxnSpMk id="5" creationId="{00000000-0000-0000-0000-000000000000}"/>
          </ac:cxnSpMkLst>
        </pc:cxnChg>
        <pc:cxnChg chg="add del">
          <ac:chgData name="22191082@office.inha.ac.kr" userId="2fcd9c2e-b7f8-4d2a-8c90-80f9a983f291" providerId="ADAL" clId="{0B9DFA35-85AA-43C9-9BAC-6C3CA6BF62FB}" dt="2019-11-05T15:37:03.566" v="119" actId="478"/>
          <ac:cxnSpMkLst>
            <pc:docMk/>
            <pc:sldMk cId="0" sldId="341"/>
            <ac:cxnSpMk id="6" creationId="{00000000-0000-0000-0000-000000000000}"/>
          </ac:cxnSpMkLst>
        </pc:cxnChg>
        <pc:cxnChg chg="add del">
          <ac:chgData name="22191082@office.inha.ac.kr" userId="2fcd9c2e-b7f8-4d2a-8c90-80f9a983f291" providerId="ADAL" clId="{0B9DFA35-85AA-43C9-9BAC-6C3CA6BF62FB}" dt="2019-11-05T15:37:03.566" v="119" actId="478"/>
          <ac:cxnSpMkLst>
            <pc:docMk/>
            <pc:sldMk cId="0" sldId="341"/>
            <ac:cxnSpMk id="10" creationId="{00000000-0000-0000-0000-000000000000}"/>
          </ac:cxnSpMkLst>
        </pc:cxnChg>
        <pc:cxnChg chg="add del">
          <ac:chgData name="22191082@office.inha.ac.kr" userId="2fcd9c2e-b7f8-4d2a-8c90-80f9a983f291" providerId="ADAL" clId="{0B9DFA35-85AA-43C9-9BAC-6C3CA6BF62FB}" dt="2019-11-05T15:37:03.566" v="119" actId="478"/>
          <ac:cxnSpMkLst>
            <pc:docMk/>
            <pc:sldMk cId="0" sldId="341"/>
            <ac:cxnSpMk id="11" creationId="{00000000-0000-0000-0000-000000000000}"/>
          </ac:cxnSpMkLst>
        </pc:cxnChg>
      </pc:sldChg>
      <pc:sldChg chg="addSp delSp modSp mod">
        <pc:chgData name="22191082@office.inha.ac.kr" userId="2fcd9c2e-b7f8-4d2a-8c90-80f9a983f291" providerId="ADAL" clId="{0B9DFA35-85AA-43C9-9BAC-6C3CA6BF62FB}" dt="2019-11-08T02:17:07.380" v="337" actId="1076"/>
        <pc:sldMkLst>
          <pc:docMk/>
          <pc:sldMk cId="0" sldId="342"/>
        </pc:sldMkLst>
        <pc:spChg chg="mod">
          <ac:chgData name="22191082@office.inha.ac.kr" userId="2fcd9c2e-b7f8-4d2a-8c90-80f9a983f291" providerId="ADAL" clId="{0B9DFA35-85AA-43C9-9BAC-6C3CA6BF62FB}" dt="2019-11-05T15:39:14.061" v="143" actId="20577"/>
          <ac:spMkLst>
            <pc:docMk/>
            <pc:sldMk cId="0" sldId="342"/>
            <ac:spMk id="3" creationId="{00000000-0000-0000-0000-000000000000}"/>
          </ac:spMkLst>
        </pc:spChg>
        <pc:spChg chg="add del mod">
          <ac:chgData name="22191082@office.inha.ac.kr" userId="2fcd9c2e-b7f8-4d2a-8c90-80f9a983f291" providerId="ADAL" clId="{0B9DFA35-85AA-43C9-9BAC-6C3CA6BF62FB}" dt="2019-11-08T02:16:50.062" v="330"/>
          <ac:spMkLst>
            <pc:docMk/>
            <pc:sldMk cId="0" sldId="342"/>
            <ac:spMk id="4" creationId="{F6BCF52B-FEEF-4EB2-8E14-7F8E8AA8B3B1}"/>
          </ac:spMkLst>
        </pc:spChg>
        <pc:spChg chg="mod">
          <ac:chgData name="22191082@office.inha.ac.kr" userId="2fcd9c2e-b7f8-4d2a-8c90-80f9a983f291" providerId="ADAL" clId="{0B9DFA35-85AA-43C9-9BAC-6C3CA6BF62FB}" dt="2019-11-08T02:17:03.237" v="335" actId="1076"/>
          <ac:spMkLst>
            <pc:docMk/>
            <pc:sldMk cId="0" sldId="342"/>
            <ac:spMk id="6" creationId="{00000000-0000-0000-0000-000000000000}"/>
          </ac:spMkLst>
        </pc:spChg>
        <pc:picChg chg="add mod ord">
          <ac:chgData name="22191082@office.inha.ac.kr" userId="2fcd9c2e-b7f8-4d2a-8c90-80f9a983f291" providerId="ADAL" clId="{0B9DFA35-85AA-43C9-9BAC-6C3CA6BF62FB}" dt="2019-11-08T02:17:07.380" v="337" actId="1076"/>
          <ac:picMkLst>
            <pc:docMk/>
            <pc:sldMk cId="0" sldId="342"/>
            <ac:picMk id="5" creationId="{8EBF390A-611E-4B80-BAC5-A299614B477D}"/>
          </ac:picMkLst>
        </pc:picChg>
        <pc:picChg chg="del">
          <ac:chgData name="22191082@office.inha.ac.kr" userId="2fcd9c2e-b7f8-4d2a-8c90-80f9a983f291" providerId="ADAL" clId="{0B9DFA35-85AA-43C9-9BAC-6C3CA6BF62FB}" dt="2019-11-08T02:16:48.907" v="329" actId="478"/>
          <ac:picMkLst>
            <pc:docMk/>
            <pc:sldMk cId="0" sldId="342"/>
            <ac:picMk id="7170" creationId="{00000000-0000-0000-0000-000000000000}"/>
          </ac:picMkLst>
        </pc:picChg>
      </pc:sldChg>
      <pc:sldChg chg="addSp delSp modSp mod">
        <pc:chgData name="22191082@office.inha.ac.kr" userId="2fcd9c2e-b7f8-4d2a-8c90-80f9a983f291" providerId="ADAL" clId="{0B9DFA35-85AA-43C9-9BAC-6C3CA6BF62FB}" dt="2019-11-08T02:20:36.785" v="342" actId="1076"/>
        <pc:sldMkLst>
          <pc:docMk/>
          <pc:sldMk cId="0" sldId="345"/>
        </pc:sldMkLst>
        <pc:spChg chg="mod">
          <ac:chgData name="22191082@office.inha.ac.kr" userId="2fcd9c2e-b7f8-4d2a-8c90-80f9a983f291" providerId="ADAL" clId="{0B9DFA35-85AA-43C9-9BAC-6C3CA6BF62FB}" dt="2019-11-05T16:13:08.338" v="144" actId="404"/>
          <ac:spMkLst>
            <pc:docMk/>
            <pc:sldMk cId="0" sldId="345"/>
            <ac:spMk id="2" creationId="{00000000-0000-0000-0000-000000000000}"/>
          </ac:spMkLst>
        </pc:spChg>
        <pc:spChg chg="add del mod">
          <ac:chgData name="22191082@office.inha.ac.kr" userId="2fcd9c2e-b7f8-4d2a-8c90-80f9a983f291" providerId="ADAL" clId="{0B9DFA35-85AA-43C9-9BAC-6C3CA6BF62FB}" dt="2019-11-08T02:20:31.887" v="339"/>
          <ac:spMkLst>
            <pc:docMk/>
            <pc:sldMk cId="0" sldId="345"/>
            <ac:spMk id="4" creationId="{DEC47167-15C2-4918-B35D-33CCE974D98D}"/>
          </ac:spMkLst>
        </pc:spChg>
        <pc:picChg chg="add mod ord">
          <ac:chgData name="22191082@office.inha.ac.kr" userId="2fcd9c2e-b7f8-4d2a-8c90-80f9a983f291" providerId="ADAL" clId="{0B9DFA35-85AA-43C9-9BAC-6C3CA6BF62FB}" dt="2019-11-08T02:20:36.785" v="342" actId="1076"/>
          <ac:picMkLst>
            <pc:docMk/>
            <pc:sldMk cId="0" sldId="345"/>
            <ac:picMk id="6" creationId="{EA1A2092-326E-476B-8136-101218504087}"/>
          </ac:picMkLst>
        </pc:picChg>
        <pc:picChg chg="del">
          <ac:chgData name="22191082@office.inha.ac.kr" userId="2fcd9c2e-b7f8-4d2a-8c90-80f9a983f291" providerId="ADAL" clId="{0B9DFA35-85AA-43C9-9BAC-6C3CA6BF62FB}" dt="2019-11-08T02:20:30.564" v="338" actId="478"/>
          <ac:picMkLst>
            <pc:docMk/>
            <pc:sldMk cId="0" sldId="345"/>
            <ac:picMk id="9218" creationId="{00000000-0000-0000-0000-000000000000}"/>
          </ac:picMkLst>
        </pc:picChg>
      </pc:sldChg>
      <pc:sldChg chg="addSp delSp modSp mod">
        <pc:chgData name="22191082@office.inha.ac.kr" userId="2fcd9c2e-b7f8-4d2a-8c90-80f9a983f291" providerId="ADAL" clId="{0B9DFA35-85AA-43C9-9BAC-6C3CA6BF62FB}" dt="2019-11-08T02:28:04.175" v="418" actId="1038"/>
        <pc:sldMkLst>
          <pc:docMk/>
          <pc:sldMk cId="0" sldId="348"/>
        </pc:sldMkLst>
        <pc:spChg chg="mod">
          <ac:chgData name="22191082@office.inha.ac.kr" userId="2fcd9c2e-b7f8-4d2a-8c90-80f9a983f291" providerId="ADAL" clId="{0B9DFA35-85AA-43C9-9BAC-6C3CA6BF62FB}" dt="2019-11-08T02:25:47.051" v="381" actId="1076"/>
          <ac:spMkLst>
            <pc:docMk/>
            <pc:sldMk cId="0" sldId="348"/>
            <ac:spMk id="2" creationId="{00000000-0000-0000-0000-000000000000}"/>
          </ac:spMkLst>
        </pc:spChg>
        <pc:spChg chg="add del mod">
          <ac:chgData name="22191082@office.inha.ac.kr" userId="2fcd9c2e-b7f8-4d2a-8c90-80f9a983f291" providerId="ADAL" clId="{0B9DFA35-85AA-43C9-9BAC-6C3CA6BF62FB}" dt="2019-11-08T02:21:40.312" v="346" actId="478"/>
          <ac:spMkLst>
            <pc:docMk/>
            <pc:sldMk cId="0" sldId="348"/>
            <ac:spMk id="5" creationId="{9B43F70A-C779-4460-B808-BC2710B83FBB}"/>
          </ac:spMkLst>
        </pc:spChg>
        <pc:spChg chg="add del mod">
          <ac:chgData name="22191082@office.inha.ac.kr" userId="2fcd9c2e-b7f8-4d2a-8c90-80f9a983f291" providerId="ADAL" clId="{0B9DFA35-85AA-43C9-9BAC-6C3CA6BF62FB}" dt="2019-11-08T02:23:05.772" v="378" actId="478"/>
          <ac:spMkLst>
            <pc:docMk/>
            <pc:sldMk cId="0" sldId="348"/>
            <ac:spMk id="8" creationId="{C3AE6FFB-F6A3-4FF9-93CD-90FC0DFBB973}"/>
          </ac:spMkLst>
        </pc:spChg>
        <pc:spChg chg="add del mod">
          <ac:chgData name="22191082@office.inha.ac.kr" userId="2fcd9c2e-b7f8-4d2a-8c90-80f9a983f291" providerId="ADAL" clId="{0B9DFA35-85AA-43C9-9BAC-6C3CA6BF62FB}" dt="2019-11-08T02:25:50.028" v="383"/>
          <ac:spMkLst>
            <pc:docMk/>
            <pc:sldMk cId="0" sldId="348"/>
            <ac:spMk id="12" creationId="{425140D3-CCB1-4ED4-901E-8F6D3E1BCB09}"/>
          </ac:spMkLst>
        </pc:spChg>
        <pc:picChg chg="add del mod ord">
          <ac:chgData name="22191082@office.inha.ac.kr" userId="2fcd9c2e-b7f8-4d2a-8c90-80f9a983f291" providerId="ADAL" clId="{0B9DFA35-85AA-43C9-9BAC-6C3CA6BF62FB}" dt="2019-11-08T02:25:49.188" v="382" actId="478"/>
          <ac:picMkLst>
            <pc:docMk/>
            <pc:sldMk cId="0" sldId="348"/>
            <ac:picMk id="3" creationId="{F7349773-1B2C-476E-B33D-FE68FC7D93B3}"/>
          </ac:picMkLst>
        </pc:picChg>
        <pc:picChg chg="add del mod">
          <ac:chgData name="22191082@office.inha.ac.kr" userId="2fcd9c2e-b7f8-4d2a-8c90-80f9a983f291" providerId="ADAL" clId="{0B9DFA35-85AA-43C9-9BAC-6C3CA6BF62FB}" dt="2019-11-08T02:21:39.725" v="345"/>
          <ac:picMkLst>
            <pc:docMk/>
            <pc:sldMk cId="0" sldId="348"/>
            <ac:picMk id="6" creationId="{92E961E3-7BE5-4F0E-90FD-F5741D0FF61C}"/>
          </ac:picMkLst>
        </pc:picChg>
        <pc:picChg chg="add del mod">
          <ac:chgData name="22191082@office.inha.ac.kr" userId="2fcd9c2e-b7f8-4d2a-8c90-80f9a983f291" providerId="ADAL" clId="{0B9DFA35-85AA-43C9-9BAC-6C3CA6BF62FB}" dt="2019-11-08T02:23:05.348" v="377"/>
          <ac:picMkLst>
            <pc:docMk/>
            <pc:sldMk cId="0" sldId="348"/>
            <ac:picMk id="9" creationId="{02E43A9C-8109-4B43-9323-36B2AFC6DF5A}"/>
          </ac:picMkLst>
        </pc:picChg>
        <pc:picChg chg="add del mod">
          <ac:chgData name="22191082@office.inha.ac.kr" userId="2fcd9c2e-b7f8-4d2a-8c90-80f9a983f291" providerId="ADAL" clId="{0B9DFA35-85AA-43C9-9BAC-6C3CA6BF62FB}" dt="2019-11-08T02:23:04.619" v="375"/>
          <ac:picMkLst>
            <pc:docMk/>
            <pc:sldMk cId="0" sldId="348"/>
            <ac:picMk id="10" creationId="{DA97FF50-9CFD-47B8-98DD-517AD0811859}"/>
          </ac:picMkLst>
        </pc:picChg>
        <pc:picChg chg="add mod">
          <ac:chgData name="22191082@office.inha.ac.kr" userId="2fcd9c2e-b7f8-4d2a-8c90-80f9a983f291" providerId="ADAL" clId="{0B9DFA35-85AA-43C9-9BAC-6C3CA6BF62FB}" dt="2019-11-08T02:26:17.509" v="395" actId="208"/>
          <ac:picMkLst>
            <pc:docMk/>
            <pc:sldMk cId="0" sldId="348"/>
            <ac:picMk id="13" creationId="{37E562B4-509C-47BB-AD6F-73B40C5DF35F}"/>
          </ac:picMkLst>
        </pc:picChg>
        <pc:picChg chg="add mod">
          <ac:chgData name="22191082@office.inha.ac.kr" userId="2fcd9c2e-b7f8-4d2a-8c90-80f9a983f291" providerId="ADAL" clId="{0B9DFA35-85AA-43C9-9BAC-6C3CA6BF62FB}" dt="2019-11-08T02:28:04.175" v="418" actId="1038"/>
          <ac:picMkLst>
            <pc:docMk/>
            <pc:sldMk cId="0" sldId="348"/>
            <ac:picMk id="14" creationId="{74C6BCFF-C0D3-4C2B-9F86-6E6631CDA413}"/>
          </ac:picMkLst>
        </pc:picChg>
        <pc:picChg chg="add del mod ord">
          <ac:chgData name="22191082@office.inha.ac.kr" userId="2fcd9c2e-b7f8-4d2a-8c90-80f9a983f291" providerId="ADAL" clId="{0B9DFA35-85AA-43C9-9BAC-6C3CA6BF62FB}" dt="2019-11-08T02:25:49.188" v="382" actId="478"/>
          <ac:picMkLst>
            <pc:docMk/>
            <pc:sldMk cId="0" sldId="348"/>
            <ac:picMk id="1026" creationId="{00000000-0000-0000-0000-000000000000}"/>
          </ac:picMkLst>
        </pc:picChg>
      </pc:sldChg>
      <pc:sldChg chg="modSp mod">
        <pc:chgData name="22191082@office.inha.ac.kr" userId="2fcd9c2e-b7f8-4d2a-8c90-80f9a983f291" providerId="ADAL" clId="{0B9DFA35-85AA-43C9-9BAC-6C3CA6BF62FB}" dt="2019-11-08T02:27:57.692" v="416" actId="1076"/>
        <pc:sldMkLst>
          <pc:docMk/>
          <pc:sldMk cId="0" sldId="349"/>
        </pc:sldMkLst>
        <pc:spChg chg="mod">
          <ac:chgData name="22191082@office.inha.ac.kr" userId="2fcd9c2e-b7f8-4d2a-8c90-80f9a983f291" providerId="ADAL" clId="{0B9DFA35-85AA-43C9-9BAC-6C3CA6BF62FB}" dt="2019-11-08T02:27:57.692" v="416" actId="1076"/>
          <ac:spMkLst>
            <pc:docMk/>
            <pc:sldMk cId="0" sldId="349"/>
            <ac:spMk id="5" creationId="{00000000-0000-0000-0000-000000000000}"/>
          </ac:spMkLst>
        </pc:spChg>
      </pc:sldChg>
      <pc:sldChg chg="del">
        <pc:chgData name="22191082@office.inha.ac.kr" userId="2fcd9c2e-b7f8-4d2a-8c90-80f9a983f291" providerId="ADAL" clId="{0B9DFA35-85AA-43C9-9BAC-6C3CA6BF62FB}" dt="2019-11-08T02:27:31.944" v="415" actId="47"/>
        <pc:sldMkLst>
          <pc:docMk/>
          <pc:sldMk cId="0" sldId="351"/>
        </pc:sldMkLst>
      </pc:sldChg>
      <pc:sldChg chg="addSp modSp">
        <pc:chgData name="22191082@office.inha.ac.kr" userId="2fcd9c2e-b7f8-4d2a-8c90-80f9a983f291" providerId="ADAL" clId="{0B9DFA35-85AA-43C9-9BAC-6C3CA6BF62FB}" dt="2019-11-05T16:58:06.406" v="199" actId="1076"/>
        <pc:sldMkLst>
          <pc:docMk/>
          <pc:sldMk cId="3988433112" sldId="373"/>
        </pc:sldMkLst>
        <pc:spChg chg="add mod">
          <ac:chgData name="22191082@office.inha.ac.kr" userId="2fcd9c2e-b7f8-4d2a-8c90-80f9a983f291" providerId="ADAL" clId="{0B9DFA35-85AA-43C9-9BAC-6C3CA6BF62FB}" dt="2019-11-05T16:58:06.406" v="199" actId="1076"/>
          <ac:spMkLst>
            <pc:docMk/>
            <pc:sldMk cId="3988433112" sldId="373"/>
            <ac:spMk id="3" creationId="{7640DC2C-01C2-44D0-9A46-A866AF9581DC}"/>
          </ac:spMkLst>
        </pc:spChg>
      </pc:sldChg>
      <pc:sldChg chg="addSp delSp modSp">
        <pc:chgData name="22191082@office.inha.ac.kr" userId="2fcd9c2e-b7f8-4d2a-8c90-80f9a983f291" providerId="ADAL" clId="{0B9DFA35-85AA-43C9-9BAC-6C3CA6BF62FB}" dt="2019-11-06T00:58:42.994" v="248" actId="1076"/>
        <pc:sldMkLst>
          <pc:docMk/>
          <pc:sldMk cId="778443566" sldId="376"/>
        </pc:sldMkLst>
        <pc:spChg chg="mod">
          <ac:chgData name="22191082@office.inha.ac.kr" userId="2fcd9c2e-b7f8-4d2a-8c90-80f9a983f291" providerId="ADAL" clId="{0B9DFA35-85AA-43C9-9BAC-6C3CA6BF62FB}" dt="2019-11-06T00:58:23.884" v="243" actId="1076"/>
          <ac:spMkLst>
            <pc:docMk/>
            <pc:sldMk cId="778443566" sldId="376"/>
            <ac:spMk id="2" creationId="{00000000-0000-0000-0000-000000000000}"/>
          </ac:spMkLst>
        </pc:spChg>
        <pc:spChg chg="add del mod">
          <ac:chgData name="22191082@office.inha.ac.kr" userId="2fcd9c2e-b7f8-4d2a-8c90-80f9a983f291" providerId="ADAL" clId="{0B9DFA35-85AA-43C9-9BAC-6C3CA6BF62FB}" dt="2019-11-06T00:58:21.350" v="235"/>
          <ac:spMkLst>
            <pc:docMk/>
            <pc:sldMk cId="778443566" sldId="376"/>
            <ac:spMk id="4" creationId="{629DC494-2404-43D5-BD61-09486BB3A335}"/>
          </ac:spMkLst>
        </pc:spChg>
        <pc:spChg chg="add del mod">
          <ac:chgData name="22191082@office.inha.ac.kr" userId="2fcd9c2e-b7f8-4d2a-8c90-80f9a983f291" providerId="ADAL" clId="{0B9DFA35-85AA-43C9-9BAC-6C3CA6BF62FB}" dt="2019-11-06T00:58:21.685" v="236"/>
          <ac:spMkLst>
            <pc:docMk/>
            <pc:sldMk cId="778443566" sldId="376"/>
            <ac:spMk id="6" creationId="{8D35EB94-1DE8-4138-A4DD-26849016C492}"/>
          </ac:spMkLst>
        </pc:spChg>
        <pc:spChg chg="add del mod">
          <ac:chgData name="22191082@office.inha.ac.kr" userId="2fcd9c2e-b7f8-4d2a-8c90-80f9a983f291" providerId="ADAL" clId="{0B9DFA35-85AA-43C9-9BAC-6C3CA6BF62FB}" dt="2019-11-06T00:58:23.336" v="241"/>
          <ac:spMkLst>
            <pc:docMk/>
            <pc:sldMk cId="778443566" sldId="376"/>
            <ac:spMk id="10" creationId="{FC438F1F-57A4-42FC-BECE-BC0CCDB422E2}"/>
          </ac:spMkLst>
        </pc:spChg>
        <pc:spChg chg="add del mod">
          <ac:chgData name="22191082@office.inha.ac.kr" userId="2fcd9c2e-b7f8-4d2a-8c90-80f9a983f291" providerId="ADAL" clId="{0B9DFA35-85AA-43C9-9BAC-6C3CA6BF62FB}" dt="2019-11-06T00:58:23.618" v="242"/>
          <ac:spMkLst>
            <pc:docMk/>
            <pc:sldMk cId="778443566" sldId="376"/>
            <ac:spMk id="12" creationId="{27D39D0C-1758-4433-9FF4-21878B1A7A0E}"/>
          </ac:spMkLst>
        </pc:spChg>
        <pc:picChg chg="add del mod">
          <ac:chgData name="22191082@office.inha.ac.kr" userId="2fcd9c2e-b7f8-4d2a-8c90-80f9a983f291" providerId="ADAL" clId="{0B9DFA35-85AA-43C9-9BAC-6C3CA6BF62FB}" dt="2019-11-06T00:58:22.784" v="239" actId="478"/>
          <ac:picMkLst>
            <pc:docMk/>
            <pc:sldMk cId="778443566" sldId="376"/>
            <ac:picMk id="7" creationId="{5866199D-31B6-4564-A793-963A78820AC1}"/>
          </ac:picMkLst>
        </pc:picChg>
        <pc:picChg chg="add del mod">
          <ac:chgData name="22191082@office.inha.ac.kr" userId="2fcd9c2e-b7f8-4d2a-8c90-80f9a983f291" providerId="ADAL" clId="{0B9DFA35-85AA-43C9-9BAC-6C3CA6BF62FB}" dt="2019-11-06T00:58:23.056" v="240" actId="478"/>
          <ac:picMkLst>
            <pc:docMk/>
            <pc:sldMk cId="778443566" sldId="376"/>
            <ac:picMk id="8" creationId="{9D2D6B7A-F508-4D29-A21D-7CD2466FDA09}"/>
          </ac:picMkLst>
        </pc:picChg>
        <pc:picChg chg="add del mod">
          <ac:chgData name="22191082@office.inha.ac.kr" userId="2fcd9c2e-b7f8-4d2a-8c90-80f9a983f291" providerId="ADAL" clId="{0B9DFA35-85AA-43C9-9BAC-6C3CA6BF62FB}" dt="2019-11-06T00:58:42.994" v="248" actId="1076"/>
          <ac:picMkLst>
            <pc:docMk/>
            <pc:sldMk cId="778443566" sldId="376"/>
            <ac:picMk id="13" creationId="{5682E987-7DC6-4C87-B3F4-36C1F4A50934}"/>
          </ac:picMkLst>
        </pc:picChg>
        <pc:picChg chg="add del mod">
          <ac:chgData name="22191082@office.inha.ac.kr" userId="2fcd9c2e-b7f8-4d2a-8c90-80f9a983f291" providerId="ADAL" clId="{0B9DFA35-85AA-43C9-9BAC-6C3CA6BF62FB}" dt="2019-11-06T00:58:42.994" v="248" actId="1076"/>
          <ac:picMkLst>
            <pc:docMk/>
            <pc:sldMk cId="778443566" sldId="376"/>
            <ac:picMk id="14" creationId="{9CB65BD4-4A55-451E-AFDB-9D1462F8FFFA}"/>
          </ac:picMkLst>
        </pc:picChg>
        <pc:picChg chg="add del">
          <ac:chgData name="22191082@office.inha.ac.kr" userId="2fcd9c2e-b7f8-4d2a-8c90-80f9a983f291" providerId="ADAL" clId="{0B9DFA35-85AA-43C9-9BAC-6C3CA6BF62FB}" dt="2019-11-06T00:58:20.923" v="234" actId="478"/>
          <ac:picMkLst>
            <pc:docMk/>
            <pc:sldMk cId="778443566" sldId="376"/>
            <ac:picMk id="1026" creationId="{00000000-0000-0000-0000-000000000000}"/>
          </ac:picMkLst>
        </pc:picChg>
        <pc:picChg chg="add del">
          <ac:chgData name="22191082@office.inha.ac.kr" userId="2fcd9c2e-b7f8-4d2a-8c90-80f9a983f291" providerId="ADAL" clId="{0B9DFA35-85AA-43C9-9BAC-6C3CA6BF62FB}" dt="2019-11-06T00:58:20.923" v="234" actId="478"/>
          <ac:picMkLst>
            <pc:docMk/>
            <pc:sldMk cId="778443566" sldId="376"/>
            <ac:picMk id="1027" creationId="{00000000-0000-0000-0000-000000000000}"/>
          </ac:picMkLst>
        </pc:picChg>
      </pc:sldChg>
      <pc:sldChg chg="modSp mod">
        <pc:chgData name="22191082@office.inha.ac.kr" userId="2fcd9c2e-b7f8-4d2a-8c90-80f9a983f291" providerId="ADAL" clId="{0B9DFA35-85AA-43C9-9BAC-6C3CA6BF62FB}" dt="2019-11-08T02:31:05.676" v="474"/>
        <pc:sldMkLst>
          <pc:docMk/>
          <pc:sldMk cId="3601552485" sldId="386"/>
        </pc:sldMkLst>
        <pc:spChg chg="mod">
          <ac:chgData name="22191082@office.inha.ac.kr" userId="2fcd9c2e-b7f8-4d2a-8c90-80f9a983f291" providerId="ADAL" clId="{0B9DFA35-85AA-43C9-9BAC-6C3CA6BF62FB}" dt="2019-11-08T02:31:05.676" v="474"/>
          <ac:spMkLst>
            <pc:docMk/>
            <pc:sldMk cId="3601552485" sldId="386"/>
            <ac:spMk id="3" creationId="{00000000-0000-0000-0000-000000000000}"/>
          </ac:spMkLst>
        </pc:spChg>
      </pc:sldChg>
      <pc:sldChg chg="addSp delSp modSp add ord">
        <pc:chgData name="22191082@office.inha.ac.kr" userId="2fcd9c2e-b7f8-4d2a-8c90-80f9a983f291" providerId="ADAL" clId="{0B9DFA35-85AA-43C9-9BAC-6C3CA6BF62FB}" dt="2019-11-05T15:37:29.189" v="139" actId="1076"/>
        <pc:sldMkLst>
          <pc:docMk/>
          <pc:sldMk cId="3716408162" sldId="395"/>
        </pc:sldMkLst>
        <pc:spChg chg="del">
          <ac:chgData name="22191082@office.inha.ac.kr" userId="2fcd9c2e-b7f8-4d2a-8c90-80f9a983f291" providerId="ADAL" clId="{0B9DFA35-85AA-43C9-9BAC-6C3CA6BF62FB}" dt="2019-11-05T15:37:17.154" v="131" actId="478"/>
          <ac:spMkLst>
            <pc:docMk/>
            <pc:sldMk cId="3716408162" sldId="395"/>
            <ac:spMk id="2" creationId="{00000000-0000-0000-0000-000000000000}"/>
          </ac:spMkLst>
        </pc:spChg>
        <pc:spChg chg="add del mod">
          <ac:chgData name="22191082@office.inha.ac.kr" userId="2fcd9c2e-b7f8-4d2a-8c90-80f9a983f291" providerId="ADAL" clId="{0B9DFA35-85AA-43C9-9BAC-6C3CA6BF62FB}" dt="2019-11-05T15:37:18.409" v="132" actId="478"/>
          <ac:spMkLst>
            <pc:docMk/>
            <pc:sldMk cId="3716408162" sldId="395"/>
            <ac:spMk id="4" creationId="{004662E9-1B2D-4C0D-8E1F-4828B21DBC08}"/>
          </ac:spMkLst>
        </pc:spChg>
        <pc:spChg chg="del">
          <ac:chgData name="22191082@office.inha.ac.kr" userId="2fcd9c2e-b7f8-4d2a-8c90-80f9a983f291" providerId="ADAL" clId="{0B9DFA35-85AA-43C9-9BAC-6C3CA6BF62FB}" dt="2019-11-05T15:37:17.154" v="131" actId="478"/>
          <ac:spMkLst>
            <pc:docMk/>
            <pc:sldMk cId="3716408162" sldId="395"/>
            <ac:spMk id="7" creationId="{00000000-0000-0000-0000-000000000000}"/>
          </ac:spMkLst>
        </pc:spChg>
        <pc:spChg chg="del">
          <ac:chgData name="22191082@office.inha.ac.kr" userId="2fcd9c2e-b7f8-4d2a-8c90-80f9a983f291" providerId="ADAL" clId="{0B9DFA35-85AA-43C9-9BAC-6C3CA6BF62FB}" dt="2019-11-05T15:37:17.154" v="131" actId="478"/>
          <ac:spMkLst>
            <pc:docMk/>
            <pc:sldMk cId="3716408162" sldId="395"/>
            <ac:spMk id="8" creationId="{00000000-0000-0000-0000-000000000000}"/>
          </ac:spMkLst>
        </pc:spChg>
        <pc:spChg chg="del">
          <ac:chgData name="22191082@office.inha.ac.kr" userId="2fcd9c2e-b7f8-4d2a-8c90-80f9a983f291" providerId="ADAL" clId="{0B9DFA35-85AA-43C9-9BAC-6C3CA6BF62FB}" dt="2019-11-05T15:37:17.154" v="131" actId="478"/>
          <ac:spMkLst>
            <pc:docMk/>
            <pc:sldMk cId="3716408162" sldId="395"/>
            <ac:spMk id="17" creationId="{00000000-0000-0000-0000-000000000000}"/>
          </ac:spMkLst>
        </pc:spChg>
        <pc:picChg chg="add mod">
          <ac:chgData name="22191082@office.inha.ac.kr" userId="2fcd9c2e-b7f8-4d2a-8c90-80f9a983f291" providerId="ADAL" clId="{0B9DFA35-85AA-43C9-9BAC-6C3CA6BF62FB}" dt="2019-11-05T15:37:29.189" v="139" actId="1076"/>
          <ac:picMkLst>
            <pc:docMk/>
            <pc:sldMk cId="3716408162" sldId="395"/>
            <ac:picMk id="9" creationId="{222B4A76-FE1A-462A-88B4-ED07CA1A836E}"/>
          </ac:picMkLst>
        </pc:picChg>
        <pc:cxnChg chg="del">
          <ac:chgData name="22191082@office.inha.ac.kr" userId="2fcd9c2e-b7f8-4d2a-8c90-80f9a983f291" providerId="ADAL" clId="{0B9DFA35-85AA-43C9-9BAC-6C3CA6BF62FB}" dt="2019-11-05T15:37:17.154" v="131" actId="478"/>
          <ac:cxnSpMkLst>
            <pc:docMk/>
            <pc:sldMk cId="3716408162" sldId="395"/>
            <ac:cxnSpMk id="5" creationId="{00000000-0000-0000-0000-000000000000}"/>
          </ac:cxnSpMkLst>
        </pc:cxnChg>
        <pc:cxnChg chg="del">
          <ac:chgData name="22191082@office.inha.ac.kr" userId="2fcd9c2e-b7f8-4d2a-8c90-80f9a983f291" providerId="ADAL" clId="{0B9DFA35-85AA-43C9-9BAC-6C3CA6BF62FB}" dt="2019-11-05T15:37:17.154" v="131" actId="478"/>
          <ac:cxnSpMkLst>
            <pc:docMk/>
            <pc:sldMk cId="3716408162" sldId="395"/>
            <ac:cxnSpMk id="6" creationId="{00000000-0000-0000-0000-000000000000}"/>
          </ac:cxnSpMkLst>
        </pc:cxnChg>
        <pc:cxnChg chg="del">
          <ac:chgData name="22191082@office.inha.ac.kr" userId="2fcd9c2e-b7f8-4d2a-8c90-80f9a983f291" providerId="ADAL" clId="{0B9DFA35-85AA-43C9-9BAC-6C3CA6BF62FB}" dt="2019-11-05T15:37:17.154" v="131" actId="478"/>
          <ac:cxnSpMkLst>
            <pc:docMk/>
            <pc:sldMk cId="3716408162" sldId="395"/>
            <ac:cxnSpMk id="10" creationId="{00000000-0000-0000-0000-000000000000}"/>
          </ac:cxnSpMkLst>
        </pc:cxnChg>
        <pc:cxnChg chg="del">
          <ac:chgData name="22191082@office.inha.ac.kr" userId="2fcd9c2e-b7f8-4d2a-8c90-80f9a983f291" providerId="ADAL" clId="{0B9DFA35-85AA-43C9-9BAC-6C3CA6BF62FB}" dt="2019-11-05T15:37:17.154" v="131" actId="478"/>
          <ac:cxnSpMkLst>
            <pc:docMk/>
            <pc:sldMk cId="3716408162" sldId="395"/>
            <ac:cxnSpMk id="11" creationId="{00000000-0000-0000-0000-000000000000}"/>
          </ac:cxnSpMkLst>
        </pc:cxnChg>
      </pc:sldChg>
      <pc:sldChg chg="add del">
        <pc:chgData name="22191082@office.inha.ac.kr" userId="2fcd9c2e-b7f8-4d2a-8c90-80f9a983f291" providerId="ADAL" clId="{0B9DFA35-85AA-43C9-9BAC-6C3CA6BF62FB}" dt="2019-11-05T15:37:22.421" v="134"/>
        <pc:sldMkLst>
          <pc:docMk/>
          <pc:sldMk cId="1548016940" sldId="396"/>
        </pc:sldMkLst>
      </pc:sldChg>
      <pc:sldChg chg="addSp delSp modSp add">
        <pc:chgData name="22191082@office.inha.ac.kr" userId="2fcd9c2e-b7f8-4d2a-8c90-80f9a983f291" providerId="ADAL" clId="{0B9DFA35-85AA-43C9-9BAC-6C3CA6BF62FB}" dt="2019-11-06T01:36:56.838" v="256" actId="1076"/>
        <pc:sldMkLst>
          <pc:docMk/>
          <pc:sldMk cId="3085252289" sldId="396"/>
        </pc:sldMkLst>
        <pc:spChg chg="del">
          <ac:chgData name="22191082@office.inha.ac.kr" userId="2fcd9c2e-b7f8-4d2a-8c90-80f9a983f291" providerId="ADAL" clId="{0B9DFA35-85AA-43C9-9BAC-6C3CA6BF62FB}" dt="2019-11-06T01:36:47.898" v="251" actId="478"/>
          <ac:spMkLst>
            <pc:docMk/>
            <pc:sldMk cId="3085252289" sldId="396"/>
            <ac:spMk id="2" creationId="{00000000-0000-0000-0000-000000000000}"/>
          </ac:spMkLst>
        </pc:spChg>
        <pc:spChg chg="del">
          <ac:chgData name="22191082@office.inha.ac.kr" userId="2fcd9c2e-b7f8-4d2a-8c90-80f9a983f291" providerId="ADAL" clId="{0B9DFA35-85AA-43C9-9BAC-6C3CA6BF62FB}" dt="2019-11-06T01:36:46.152" v="250" actId="478"/>
          <ac:spMkLst>
            <pc:docMk/>
            <pc:sldMk cId="3085252289" sldId="396"/>
            <ac:spMk id="4" creationId="{00000000-0000-0000-0000-000000000000}"/>
          </ac:spMkLst>
        </pc:spChg>
        <pc:spChg chg="del">
          <ac:chgData name="22191082@office.inha.ac.kr" userId="2fcd9c2e-b7f8-4d2a-8c90-80f9a983f291" providerId="ADAL" clId="{0B9DFA35-85AA-43C9-9BAC-6C3CA6BF62FB}" dt="2019-11-06T01:36:47.898" v="251" actId="478"/>
          <ac:spMkLst>
            <pc:docMk/>
            <pc:sldMk cId="3085252289" sldId="396"/>
            <ac:spMk id="5" creationId="{00000000-0000-0000-0000-000000000000}"/>
          </ac:spMkLst>
        </pc:spChg>
        <pc:spChg chg="add del mod">
          <ac:chgData name="22191082@office.inha.ac.kr" userId="2fcd9c2e-b7f8-4d2a-8c90-80f9a983f291" providerId="ADAL" clId="{0B9DFA35-85AA-43C9-9BAC-6C3CA6BF62FB}" dt="2019-11-06T01:36:49.509" v="252" actId="478"/>
          <ac:spMkLst>
            <pc:docMk/>
            <pc:sldMk cId="3085252289" sldId="396"/>
            <ac:spMk id="6" creationId="{0959E9A0-F16F-4C5F-9A90-3DFC18BCAF1A}"/>
          </ac:spMkLst>
        </pc:spChg>
        <pc:spChg chg="del">
          <ac:chgData name="22191082@office.inha.ac.kr" userId="2fcd9c2e-b7f8-4d2a-8c90-80f9a983f291" providerId="ADAL" clId="{0B9DFA35-85AA-43C9-9BAC-6C3CA6BF62FB}" dt="2019-11-06T01:36:47.898" v="251" actId="478"/>
          <ac:spMkLst>
            <pc:docMk/>
            <pc:sldMk cId="3085252289" sldId="396"/>
            <ac:spMk id="9" creationId="{00000000-0000-0000-0000-000000000000}"/>
          </ac:spMkLst>
        </pc:spChg>
        <pc:spChg chg="del">
          <ac:chgData name="22191082@office.inha.ac.kr" userId="2fcd9c2e-b7f8-4d2a-8c90-80f9a983f291" providerId="ADAL" clId="{0B9DFA35-85AA-43C9-9BAC-6C3CA6BF62FB}" dt="2019-11-06T01:36:47.898" v="251" actId="478"/>
          <ac:spMkLst>
            <pc:docMk/>
            <pc:sldMk cId="3085252289" sldId="396"/>
            <ac:spMk id="15" creationId="{00000000-0000-0000-0000-000000000000}"/>
          </ac:spMkLst>
        </pc:spChg>
        <pc:spChg chg="del">
          <ac:chgData name="22191082@office.inha.ac.kr" userId="2fcd9c2e-b7f8-4d2a-8c90-80f9a983f291" providerId="ADAL" clId="{0B9DFA35-85AA-43C9-9BAC-6C3CA6BF62FB}" dt="2019-11-06T01:36:47.898" v="251" actId="478"/>
          <ac:spMkLst>
            <pc:docMk/>
            <pc:sldMk cId="3085252289" sldId="396"/>
            <ac:spMk id="16" creationId="{00000000-0000-0000-0000-000000000000}"/>
          </ac:spMkLst>
        </pc:spChg>
        <pc:spChg chg="del">
          <ac:chgData name="22191082@office.inha.ac.kr" userId="2fcd9c2e-b7f8-4d2a-8c90-80f9a983f291" providerId="ADAL" clId="{0B9DFA35-85AA-43C9-9BAC-6C3CA6BF62FB}" dt="2019-11-06T01:36:47.898" v="251" actId="478"/>
          <ac:spMkLst>
            <pc:docMk/>
            <pc:sldMk cId="3085252289" sldId="396"/>
            <ac:spMk id="19" creationId="{00000000-0000-0000-0000-000000000000}"/>
          </ac:spMkLst>
        </pc:spChg>
        <pc:spChg chg="del">
          <ac:chgData name="22191082@office.inha.ac.kr" userId="2fcd9c2e-b7f8-4d2a-8c90-80f9a983f291" providerId="ADAL" clId="{0B9DFA35-85AA-43C9-9BAC-6C3CA6BF62FB}" dt="2019-11-06T01:36:47.898" v="251" actId="478"/>
          <ac:spMkLst>
            <pc:docMk/>
            <pc:sldMk cId="3085252289" sldId="396"/>
            <ac:spMk id="21" creationId="{00000000-0000-0000-0000-000000000000}"/>
          </ac:spMkLst>
        </pc:spChg>
        <pc:spChg chg="del">
          <ac:chgData name="22191082@office.inha.ac.kr" userId="2fcd9c2e-b7f8-4d2a-8c90-80f9a983f291" providerId="ADAL" clId="{0B9DFA35-85AA-43C9-9BAC-6C3CA6BF62FB}" dt="2019-11-06T01:36:47.898" v="251" actId="478"/>
          <ac:spMkLst>
            <pc:docMk/>
            <pc:sldMk cId="3085252289" sldId="396"/>
            <ac:spMk id="22" creationId="{00000000-0000-0000-0000-000000000000}"/>
          </ac:spMkLst>
        </pc:spChg>
        <pc:spChg chg="del">
          <ac:chgData name="22191082@office.inha.ac.kr" userId="2fcd9c2e-b7f8-4d2a-8c90-80f9a983f291" providerId="ADAL" clId="{0B9DFA35-85AA-43C9-9BAC-6C3CA6BF62FB}" dt="2019-11-06T01:36:47.898" v="251" actId="478"/>
          <ac:spMkLst>
            <pc:docMk/>
            <pc:sldMk cId="3085252289" sldId="396"/>
            <ac:spMk id="23" creationId="{00000000-0000-0000-0000-000000000000}"/>
          </ac:spMkLst>
        </pc:spChg>
        <pc:picChg chg="add mod">
          <ac:chgData name="22191082@office.inha.ac.kr" userId="2fcd9c2e-b7f8-4d2a-8c90-80f9a983f291" providerId="ADAL" clId="{0B9DFA35-85AA-43C9-9BAC-6C3CA6BF62FB}" dt="2019-11-06T01:36:56.838" v="256" actId="1076"/>
          <ac:picMkLst>
            <pc:docMk/>
            <pc:sldMk cId="3085252289" sldId="396"/>
            <ac:picMk id="7" creationId="{F1A92004-212A-48C0-8CEA-9BA0A19359E4}"/>
          </ac:picMkLst>
        </pc:pic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60FDBE7-CE03-4803-85FE-8D47D73E9F97}" type="doc">
      <dgm:prSet loTypeId="urn:microsoft.com/office/officeart/2005/8/layout/cycle5" loCatId="cycl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pPr latinLnBrk="1"/>
          <a:endParaRPr lang="ko-KR" altLang="en-US"/>
        </a:p>
      </dgm:t>
    </dgm:pt>
    <dgm:pt modelId="{12C401EB-5ADF-469C-B890-1A81C478248E}">
      <dgm:prSet phldrT="[텍스트]"/>
      <dgm:spPr/>
      <dgm:t>
        <a:bodyPr/>
        <a:lstStyle/>
        <a:p>
          <a:pPr latinLnBrk="1"/>
          <a:r>
            <a:rPr lang="en-US" altLang="ko-KR" dirty="0"/>
            <a:t>A</a:t>
          </a:r>
          <a:endParaRPr lang="ko-KR" altLang="en-US" dirty="0"/>
        </a:p>
      </dgm:t>
    </dgm:pt>
    <dgm:pt modelId="{01722D3E-D61A-4A9C-A47D-C4E6AD2FE90E}" type="parTrans" cxnId="{1BF996ED-E847-4EE5-B9F8-A2E42F62F4AD}">
      <dgm:prSet/>
      <dgm:spPr/>
      <dgm:t>
        <a:bodyPr/>
        <a:lstStyle/>
        <a:p>
          <a:pPr latinLnBrk="1"/>
          <a:endParaRPr lang="ko-KR" altLang="en-US"/>
        </a:p>
      </dgm:t>
    </dgm:pt>
    <dgm:pt modelId="{BB1B270A-61DF-4AE4-B799-5CF5DF2C9725}" type="sibTrans" cxnId="{1BF996ED-E847-4EE5-B9F8-A2E42F62F4AD}">
      <dgm:prSet/>
      <dgm:spPr/>
      <dgm:t>
        <a:bodyPr/>
        <a:lstStyle/>
        <a:p>
          <a:pPr latinLnBrk="1"/>
          <a:endParaRPr lang="ko-KR" altLang="en-US"/>
        </a:p>
      </dgm:t>
    </dgm:pt>
    <dgm:pt modelId="{89433BB1-0100-4332-9B46-71044B121F10}">
      <dgm:prSet phldrT="[텍스트]"/>
      <dgm:spPr/>
      <dgm:t>
        <a:bodyPr/>
        <a:lstStyle/>
        <a:p>
          <a:pPr latinLnBrk="1"/>
          <a:r>
            <a:rPr lang="en-US" altLang="ko-KR" dirty="0"/>
            <a:t>B</a:t>
          </a:r>
          <a:endParaRPr lang="ko-KR" altLang="en-US" dirty="0"/>
        </a:p>
      </dgm:t>
    </dgm:pt>
    <dgm:pt modelId="{218C4BCA-6E34-4CFD-9377-D48BBC1900E4}" type="parTrans" cxnId="{5145B954-027E-4A1D-87CF-87EA729A9E8B}">
      <dgm:prSet/>
      <dgm:spPr/>
      <dgm:t>
        <a:bodyPr/>
        <a:lstStyle/>
        <a:p>
          <a:pPr latinLnBrk="1"/>
          <a:endParaRPr lang="ko-KR" altLang="en-US"/>
        </a:p>
      </dgm:t>
    </dgm:pt>
    <dgm:pt modelId="{ED98049C-35C4-4F82-BEB8-D6E3E2B40B4A}" type="sibTrans" cxnId="{5145B954-027E-4A1D-87CF-87EA729A9E8B}">
      <dgm:prSet/>
      <dgm:spPr/>
      <dgm:t>
        <a:bodyPr/>
        <a:lstStyle/>
        <a:p>
          <a:pPr latinLnBrk="1"/>
          <a:endParaRPr lang="ko-KR" altLang="en-US"/>
        </a:p>
      </dgm:t>
    </dgm:pt>
    <dgm:pt modelId="{67C6AB07-7FD5-4FA0-AF6F-4D284B25A450}">
      <dgm:prSet phldrT="[텍스트]"/>
      <dgm:spPr/>
      <dgm:t>
        <a:bodyPr/>
        <a:lstStyle/>
        <a:p>
          <a:pPr latinLnBrk="1"/>
          <a:r>
            <a:rPr lang="en-US" altLang="ko-KR" dirty="0"/>
            <a:t>C</a:t>
          </a:r>
          <a:endParaRPr lang="ko-KR" altLang="en-US" dirty="0"/>
        </a:p>
      </dgm:t>
    </dgm:pt>
    <dgm:pt modelId="{745D3F0C-F106-455B-AE9E-7E3FD4658615}" type="parTrans" cxnId="{2BC7FF64-CA24-49CC-B92D-6D34297F39FC}">
      <dgm:prSet/>
      <dgm:spPr/>
      <dgm:t>
        <a:bodyPr/>
        <a:lstStyle/>
        <a:p>
          <a:pPr latinLnBrk="1"/>
          <a:endParaRPr lang="ko-KR" altLang="en-US"/>
        </a:p>
      </dgm:t>
    </dgm:pt>
    <dgm:pt modelId="{6A2E75DD-6AFD-4485-A865-E9C943407E21}" type="sibTrans" cxnId="{2BC7FF64-CA24-49CC-B92D-6D34297F39FC}">
      <dgm:prSet/>
      <dgm:spPr/>
      <dgm:t>
        <a:bodyPr/>
        <a:lstStyle/>
        <a:p>
          <a:pPr latinLnBrk="1"/>
          <a:endParaRPr lang="ko-KR" altLang="en-US"/>
        </a:p>
      </dgm:t>
    </dgm:pt>
    <dgm:pt modelId="{8448F8EB-7B31-4323-A59C-645A7C37EEC7}">
      <dgm:prSet phldrT="[텍스트]"/>
      <dgm:spPr/>
      <dgm:t>
        <a:bodyPr/>
        <a:lstStyle/>
        <a:p>
          <a:pPr latinLnBrk="1"/>
          <a:r>
            <a:rPr lang="en-US" altLang="ko-KR" dirty="0"/>
            <a:t>D</a:t>
          </a:r>
          <a:endParaRPr lang="ko-KR" altLang="en-US" dirty="0"/>
        </a:p>
      </dgm:t>
    </dgm:pt>
    <dgm:pt modelId="{0EA72596-EDBC-4777-8ADC-70763731696B}" type="parTrans" cxnId="{C5DD9E84-7063-4141-A924-514DB0C5E86B}">
      <dgm:prSet/>
      <dgm:spPr/>
      <dgm:t>
        <a:bodyPr/>
        <a:lstStyle/>
        <a:p>
          <a:pPr latinLnBrk="1"/>
          <a:endParaRPr lang="ko-KR" altLang="en-US"/>
        </a:p>
      </dgm:t>
    </dgm:pt>
    <dgm:pt modelId="{96949638-D880-4D26-B82A-A4E8520277CA}" type="sibTrans" cxnId="{C5DD9E84-7063-4141-A924-514DB0C5E86B}">
      <dgm:prSet/>
      <dgm:spPr/>
      <dgm:t>
        <a:bodyPr/>
        <a:lstStyle/>
        <a:p>
          <a:pPr latinLnBrk="1"/>
          <a:endParaRPr lang="ko-KR" altLang="en-US"/>
        </a:p>
      </dgm:t>
    </dgm:pt>
    <dgm:pt modelId="{F8E01D2E-1F4E-4633-959D-CCB0325FAF67}">
      <dgm:prSet phldrT="[텍스트]"/>
      <dgm:spPr/>
      <dgm:t>
        <a:bodyPr/>
        <a:lstStyle/>
        <a:p>
          <a:pPr latinLnBrk="1"/>
          <a:r>
            <a:rPr lang="en-US" altLang="ko-KR" dirty="0"/>
            <a:t>E</a:t>
          </a:r>
          <a:endParaRPr lang="ko-KR" altLang="en-US" dirty="0"/>
        </a:p>
      </dgm:t>
    </dgm:pt>
    <dgm:pt modelId="{6C23D30A-6D75-475B-8315-403F7E1E4FAE}" type="parTrans" cxnId="{A8A202F7-DFF3-4ACE-80BA-50F9939A6425}">
      <dgm:prSet/>
      <dgm:spPr/>
      <dgm:t>
        <a:bodyPr/>
        <a:lstStyle/>
        <a:p>
          <a:pPr latinLnBrk="1"/>
          <a:endParaRPr lang="ko-KR" altLang="en-US"/>
        </a:p>
      </dgm:t>
    </dgm:pt>
    <dgm:pt modelId="{054E23BD-4A2B-46D0-B17F-0157EB629D10}" type="sibTrans" cxnId="{A8A202F7-DFF3-4ACE-80BA-50F9939A6425}">
      <dgm:prSet/>
      <dgm:spPr/>
      <dgm:t>
        <a:bodyPr/>
        <a:lstStyle/>
        <a:p>
          <a:pPr latinLnBrk="1"/>
          <a:endParaRPr lang="ko-KR" altLang="en-US"/>
        </a:p>
      </dgm:t>
    </dgm:pt>
    <dgm:pt modelId="{217E9008-9DD1-4C20-97D1-7EDCCD7EB85F}" type="pres">
      <dgm:prSet presAssocID="{B60FDBE7-CE03-4803-85FE-8D47D73E9F97}" presName="cycle" presStyleCnt="0">
        <dgm:presLayoutVars>
          <dgm:dir/>
          <dgm:resizeHandles val="exact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DD8A5716-88E1-48A0-A5BC-3A0A05D0297F}" type="pres">
      <dgm:prSet presAssocID="{12C401EB-5ADF-469C-B890-1A81C478248E}" presName="node" presStyleLbl="node1" presStyleIdx="0" presStyleCnt="5">
        <dgm:presLayoutVars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6B3C4E60-3736-4192-B4A9-5AC14279A339}" type="pres">
      <dgm:prSet presAssocID="{12C401EB-5ADF-469C-B890-1A81C478248E}" presName="spNode" presStyleCnt="0"/>
      <dgm:spPr/>
    </dgm:pt>
    <dgm:pt modelId="{593D1842-8AED-44B0-9B2D-ADB621B0B283}" type="pres">
      <dgm:prSet presAssocID="{BB1B270A-61DF-4AE4-B799-5CF5DF2C9725}" presName="sibTrans" presStyleLbl="sibTrans1D1" presStyleIdx="0" presStyleCnt="5"/>
      <dgm:spPr/>
      <dgm:t>
        <a:bodyPr/>
        <a:lstStyle/>
        <a:p>
          <a:pPr latinLnBrk="1"/>
          <a:endParaRPr lang="ko-KR" altLang="en-US"/>
        </a:p>
      </dgm:t>
    </dgm:pt>
    <dgm:pt modelId="{276BE0F7-6095-4F17-87C1-0D0C44C013BF}" type="pres">
      <dgm:prSet presAssocID="{89433BB1-0100-4332-9B46-71044B121F10}" presName="node" presStyleLbl="node1" presStyleIdx="1" presStyleCnt="5">
        <dgm:presLayoutVars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CD660B98-C886-4977-AD00-F4A2711656F5}" type="pres">
      <dgm:prSet presAssocID="{89433BB1-0100-4332-9B46-71044B121F10}" presName="spNode" presStyleCnt="0"/>
      <dgm:spPr/>
    </dgm:pt>
    <dgm:pt modelId="{67A6B874-2E2D-4707-8623-719996560615}" type="pres">
      <dgm:prSet presAssocID="{ED98049C-35C4-4F82-BEB8-D6E3E2B40B4A}" presName="sibTrans" presStyleLbl="sibTrans1D1" presStyleIdx="1" presStyleCnt="5"/>
      <dgm:spPr/>
      <dgm:t>
        <a:bodyPr/>
        <a:lstStyle/>
        <a:p>
          <a:pPr latinLnBrk="1"/>
          <a:endParaRPr lang="ko-KR" altLang="en-US"/>
        </a:p>
      </dgm:t>
    </dgm:pt>
    <dgm:pt modelId="{DE0B68D1-925D-4306-B613-6B810277D148}" type="pres">
      <dgm:prSet presAssocID="{67C6AB07-7FD5-4FA0-AF6F-4D284B25A450}" presName="node" presStyleLbl="node1" presStyleIdx="2" presStyleCnt="5">
        <dgm:presLayoutVars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9CC1A3A9-DEDB-47BA-AB33-C72F64447AB9}" type="pres">
      <dgm:prSet presAssocID="{67C6AB07-7FD5-4FA0-AF6F-4D284B25A450}" presName="spNode" presStyleCnt="0"/>
      <dgm:spPr/>
    </dgm:pt>
    <dgm:pt modelId="{92ED4251-5092-43AF-A38A-2DF828E80531}" type="pres">
      <dgm:prSet presAssocID="{6A2E75DD-6AFD-4485-A865-E9C943407E21}" presName="sibTrans" presStyleLbl="sibTrans1D1" presStyleIdx="2" presStyleCnt="5"/>
      <dgm:spPr/>
      <dgm:t>
        <a:bodyPr/>
        <a:lstStyle/>
        <a:p>
          <a:pPr latinLnBrk="1"/>
          <a:endParaRPr lang="ko-KR" altLang="en-US"/>
        </a:p>
      </dgm:t>
    </dgm:pt>
    <dgm:pt modelId="{26F7974F-DFCE-46BA-B61A-FF25223197ED}" type="pres">
      <dgm:prSet presAssocID="{8448F8EB-7B31-4323-A59C-645A7C37EEC7}" presName="node" presStyleLbl="node1" presStyleIdx="3" presStyleCnt="5">
        <dgm:presLayoutVars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9421CA4B-E5DC-49D9-8F78-0B48B504566F}" type="pres">
      <dgm:prSet presAssocID="{8448F8EB-7B31-4323-A59C-645A7C37EEC7}" presName="spNode" presStyleCnt="0"/>
      <dgm:spPr/>
    </dgm:pt>
    <dgm:pt modelId="{F1303B65-59A1-4E00-ABDE-B701436D2955}" type="pres">
      <dgm:prSet presAssocID="{96949638-D880-4D26-B82A-A4E8520277CA}" presName="sibTrans" presStyleLbl="sibTrans1D1" presStyleIdx="3" presStyleCnt="5"/>
      <dgm:spPr/>
      <dgm:t>
        <a:bodyPr/>
        <a:lstStyle/>
        <a:p>
          <a:pPr latinLnBrk="1"/>
          <a:endParaRPr lang="ko-KR" altLang="en-US"/>
        </a:p>
      </dgm:t>
    </dgm:pt>
    <dgm:pt modelId="{93D9EA7A-87C0-461D-9ADF-4077F4FEF695}" type="pres">
      <dgm:prSet presAssocID="{F8E01D2E-1F4E-4633-959D-CCB0325FAF67}" presName="node" presStyleLbl="node1" presStyleIdx="4" presStyleCnt="5">
        <dgm:presLayoutVars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46164BC6-BC14-476D-9D04-5E9EFB98ECC3}" type="pres">
      <dgm:prSet presAssocID="{F8E01D2E-1F4E-4633-959D-CCB0325FAF67}" presName="spNode" presStyleCnt="0"/>
      <dgm:spPr/>
    </dgm:pt>
    <dgm:pt modelId="{608EAFD0-290A-442E-8F11-8CBFDCCCA919}" type="pres">
      <dgm:prSet presAssocID="{054E23BD-4A2B-46D0-B17F-0157EB629D10}" presName="sibTrans" presStyleLbl="sibTrans1D1" presStyleIdx="4" presStyleCnt="5"/>
      <dgm:spPr/>
      <dgm:t>
        <a:bodyPr/>
        <a:lstStyle/>
        <a:p>
          <a:pPr latinLnBrk="1"/>
          <a:endParaRPr lang="ko-KR" altLang="en-US"/>
        </a:p>
      </dgm:t>
    </dgm:pt>
  </dgm:ptLst>
  <dgm:cxnLst>
    <dgm:cxn modelId="{EE1D8C08-0144-483E-A340-FEE82A681765}" type="presOf" srcId="{F8E01D2E-1F4E-4633-959D-CCB0325FAF67}" destId="{93D9EA7A-87C0-461D-9ADF-4077F4FEF695}" srcOrd="0" destOrd="0" presId="urn:microsoft.com/office/officeart/2005/8/layout/cycle5"/>
    <dgm:cxn modelId="{103F545C-1820-4719-966D-0D931CA937FC}" type="presOf" srcId="{96949638-D880-4D26-B82A-A4E8520277CA}" destId="{F1303B65-59A1-4E00-ABDE-B701436D2955}" srcOrd="0" destOrd="0" presId="urn:microsoft.com/office/officeart/2005/8/layout/cycle5"/>
    <dgm:cxn modelId="{62143279-A756-4CF2-8690-283E706C50C4}" type="presOf" srcId="{6A2E75DD-6AFD-4485-A865-E9C943407E21}" destId="{92ED4251-5092-43AF-A38A-2DF828E80531}" srcOrd="0" destOrd="0" presId="urn:microsoft.com/office/officeart/2005/8/layout/cycle5"/>
    <dgm:cxn modelId="{D613E8B3-8AA8-426A-8AD4-E09F70482958}" type="presOf" srcId="{12C401EB-5ADF-469C-B890-1A81C478248E}" destId="{DD8A5716-88E1-48A0-A5BC-3A0A05D0297F}" srcOrd="0" destOrd="0" presId="urn:microsoft.com/office/officeart/2005/8/layout/cycle5"/>
    <dgm:cxn modelId="{074F6250-BEAC-49A4-A621-FCE6B23CCA1D}" type="presOf" srcId="{BB1B270A-61DF-4AE4-B799-5CF5DF2C9725}" destId="{593D1842-8AED-44B0-9B2D-ADB621B0B283}" srcOrd="0" destOrd="0" presId="urn:microsoft.com/office/officeart/2005/8/layout/cycle5"/>
    <dgm:cxn modelId="{AB046744-24F0-4FE6-B014-B481463E8A6A}" type="presOf" srcId="{67C6AB07-7FD5-4FA0-AF6F-4D284B25A450}" destId="{DE0B68D1-925D-4306-B613-6B810277D148}" srcOrd="0" destOrd="0" presId="urn:microsoft.com/office/officeart/2005/8/layout/cycle5"/>
    <dgm:cxn modelId="{3E698F50-3845-4056-80BA-40889ED6CB83}" type="presOf" srcId="{ED98049C-35C4-4F82-BEB8-D6E3E2B40B4A}" destId="{67A6B874-2E2D-4707-8623-719996560615}" srcOrd="0" destOrd="0" presId="urn:microsoft.com/office/officeart/2005/8/layout/cycle5"/>
    <dgm:cxn modelId="{A8A202F7-DFF3-4ACE-80BA-50F9939A6425}" srcId="{B60FDBE7-CE03-4803-85FE-8D47D73E9F97}" destId="{F8E01D2E-1F4E-4633-959D-CCB0325FAF67}" srcOrd="4" destOrd="0" parTransId="{6C23D30A-6D75-475B-8315-403F7E1E4FAE}" sibTransId="{054E23BD-4A2B-46D0-B17F-0157EB629D10}"/>
    <dgm:cxn modelId="{E03971DC-8D7F-435E-AA7A-7C633BA4F226}" type="presOf" srcId="{89433BB1-0100-4332-9B46-71044B121F10}" destId="{276BE0F7-6095-4F17-87C1-0D0C44C013BF}" srcOrd="0" destOrd="0" presId="urn:microsoft.com/office/officeart/2005/8/layout/cycle5"/>
    <dgm:cxn modelId="{626F1EFE-CA11-482A-BADB-84AD5DB89AFB}" type="presOf" srcId="{B60FDBE7-CE03-4803-85FE-8D47D73E9F97}" destId="{217E9008-9DD1-4C20-97D1-7EDCCD7EB85F}" srcOrd="0" destOrd="0" presId="urn:microsoft.com/office/officeart/2005/8/layout/cycle5"/>
    <dgm:cxn modelId="{C5DD9E84-7063-4141-A924-514DB0C5E86B}" srcId="{B60FDBE7-CE03-4803-85FE-8D47D73E9F97}" destId="{8448F8EB-7B31-4323-A59C-645A7C37EEC7}" srcOrd="3" destOrd="0" parTransId="{0EA72596-EDBC-4777-8ADC-70763731696B}" sibTransId="{96949638-D880-4D26-B82A-A4E8520277CA}"/>
    <dgm:cxn modelId="{DDE028CE-9A1B-4781-B17F-D1CE4E88E87D}" type="presOf" srcId="{054E23BD-4A2B-46D0-B17F-0157EB629D10}" destId="{608EAFD0-290A-442E-8F11-8CBFDCCCA919}" srcOrd="0" destOrd="0" presId="urn:microsoft.com/office/officeart/2005/8/layout/cycle5"/>
    <dgm:cxn modelId="{1BF996ED-E847-4EE5-B9F8-A2E42F62F4AD}" srcId="{B60FDBE7-CE03-4803-85FE-8D47D73E9F97}" destId="{12C401EB-5ADF-469C-B890-1A81C478248E}" srcOrd="0" destOrd="0" parTransId="{01722D3E-D61A-4A9C-A47D-C4E6AD2FE90E}" sibTransId="{BB1B270A-61DF-4AE4-B799-5CF5DF2C9725}"/>
    <dgm:cxn modelId="{5145B954-027E-4A1D-87CF-87EA729A9E8B}" srcId="{B60FDBE7-CE03-4803-85FE-8D47D73E9F97}" destId="{89433BB1-0100-4332-9B46-71044B121F10}" srcOrd="1" destOrd="0" parTransId="{218C4BCA-6E34-4CFD-9377-D48BBC1900E4}" sibTransId="{ED98049C-35C4-4F82-BEB8-D6E3E2B40B4A}"/>
    <dgm:cxn modelId="{2AE7629E-FCA9-481F-8BF7-D57FE9542FD2}" type="presOf" srcId="{8448F8EB-7B31-4323-A59C-645A7C37EEC7}" destId="{26F7974F-DFCE-46BA-B61A-FF25223197ED}" srcOrd="0" destOrd="0" presId="urn:microsoft.com/office/officeart/2005/8/layout/cycle5"/>
    <dgm:cxn modelId="{2BC7FF64-CA24-49CC-B92D-6D34297F39FC}" srcId="{B60FDBE7-CE03-4803-85FE-8D47D73E9F97}" destId="{67C6AB07-7FD5-4FA0-AF6F-4D284B25A450}" srcOrd="2" destOrd="0" parTransId="{745D3F0C-F106-455B-AE9E-7E3FD4658615}" sibTransId="{6A2E75DD-6AFD-4485-A865-E9C943407E21}"/>
    <dgm:cxn modelId="{F0D34A76-759D-4D5A-9CB2-EF44327A0032}" type="presParOf" srcId="{217E9008-9DD1-4C20-97D1-7EDCCD7EB85F}" destId="{DD8A5716-88E1-48A0-A5BC-3A0A05D0297F}" srcOrd="0" destOrd="0" presId="urn:microsoft.com/office/officeart/2005/8/layout/cycle5"/>
    <dgm:cxn modelId="{25F59EDE-E84E-475D-A476-4F2DA45ABD24}" type="presParOf" srcId="{217E9008-9DD1-4C20-97D1-7EDCCD7EB85F}" destId="{6B3C4E60-3736-4192-B4A9-5AC14279A339}" srcOrd="1" destOrd="0" presId="urn:microsoft.com/office/officeart/2005/8/layout/cycle5"/>
    <dgm:cxn modelId="{0974EC63-2D89-460F-94EE-DBC462619906}" type="presParOf" srcId="{217E9008-9DD1-4C20-97D1-7EDCCD7EB85F}" destId="{593D1842-8AED-44B0-9B2D-ADB621B0B283}" srcOrd="2" destOrd="0" presId="urn:microsoft.com/office/officeart/2005/8/layout/cycle5"/>
    <dgm:cxn modelId="{8269C975-2CFF-4572-A606-DFC464429239}" type="presParOf" srcId="{217E9008-9DD1-4C20-97D1-7EDCCD7EB85F}" destId="{276BE0F7-6095-4F17-87C1-0D0C44C013BF}" srcOrd="3" destOrd="0" presId="urn:microsoft.com/office/officeart/2005/8/layout/cycle5"/>
    <dgm:cxn modelId="{35A843D7-61B2-441A-8FAF-E04DDAD52D32}" type="presParOf" srcId="{217E9008-9DD1-4C20-97D1-7EDCCD7EB85F}" destId="{CD660B98-C886-4977-AD00-F4A2711656F5}" srcOrd="4" destOrd="0" presId="urn:microsoft.com/office/officeart/2005/8/layout/cycle5"/>
    <dgm:cxn modelId="{FB01DA90-6AD4-4BC4-9C05-5D32BEC858FE}" type="presParOf" srcId="{217E9008-9DD1-4C20-97D1-7EDCCD7EB85F}" destId="{67A6B874-2E2D-4707-8623-719996560615}" srcOrd="5" destOrd="0" presId="urn:microsoft.com/office/officeart/2005/8/layout/cycle5"/>
    <dgm:cxn modelId="{2F6F12EC-FC1A-40F6-BA01-8467B08ACBEA}" type="presParOf" srcId="{217E9008-9DD1-4C20-97D1-7EDCCD7EB85F}" destId="{DE0B68D1-925D-4306-B613-6B810277D148}" srcOrd="6" destOrd="0" presId="urn:microsoft.com/office/officeart/2005/8/layout/cycle5"/>
    <dgm:cxn modelId="{099BFF5A-97C1-4163-A1BA-CB7CEF3BCC5C}" type="presParOf" srcId="{217E9008-9DD1-4C20-97D1-7EDCCD7EB85F}" destId="{9CC1A3A9-DEDB-47BA-AB33-C72F64447AB9}" srcOrd="7" destOrd="0" presId="urn:microsoft.com/office/officeart/2005/8/layout/cycle5"/>
    <dgm:cxn modelId="{29C9DBB2-5E13-4603-BC80-4799EB1A637E}" type="presParOf" srcId="{217E9008-9DD1-4C20-97D1-7EDCCD7EB85F}" destId="{92ED4251-5092-43AF-A38A-2DF828E80531}" srcOrd="8" destOrd="0" presId="urn:microsoft.com/office/officeart/2005/8/layout/cycle5"/>
    <dgm:cxn modelId="{8105BAE5-99E2-4F3F-B931-882F23F55ECF}" type="presParOf" srcId="{217E9008-9DD1-4C20-97D1-7EDCCD7EB85F}" destId="{26F7974F-DFCE-46BA-B61A-FF25223197ED}" srcOrd="9" destOrd="0" presId="urn:microsoft.com/office/officeart/2005/8/layout/cycle5"/>
    <dgm:cxn modelId="{58FE23DE-FCC1-4CB5-B927-27D7A2E8E40D}" type="presParOf" srcId="{217E9008-9DD1-4C20-97D1-7EDCCD7EB85F}" destId="{9421CA4B-E5DC-49D9-8F78-0B48B504566F}" srcOrd="10" destOrd="0" presId="urn:microsoft.com/office/officeart/2005/8/layout/cycle5"/>
    <dgm:cxn modelId="{17B1B1B0-7C3F-44D4-9DA0-EFC6F4F7748B}" type="presParOf" srcId="{217E9008-9DD1-4C20-97D1-7EDCCD7EB85F}" destId="{F1303B65-59A1-4E00-ABDE-B701436D2955}" srcOrd="11" destOrd="0" presId="urn:microsoft.com/office/officeart/2005/8/layout/cycle5"/>
    <dgm:cxn modelId="{13B45A44-B1E4-4FB0-B118-205C720C9757}" type="presParOf" srcId="{217E9008-9DD1-4C20-97D1-7EDCCD7EB85F}" destId="{93D9EA7A-87C0-461D-9ADF-4077F4FEF695}" srcOrd="12" destOrd="0" presId="urn:microsoft.com/office/officeart/2005/8/layout/cycle5"/>
    <dgm:cxn modelId="{CAE1B62C-5406-44B5-87DA-EBF0A33E4712}" type="presParOf" srcId="{217E9008-9DD1-4C20-97D1-7EDCCD7EB85F}" destId="{46164BC6-BC14-476D-9D04-5E9EFB98ECC3}" srcOrd="13" destOrd="0" presId="urn:microsoft.com/office/officeart/2005/8/layout/cycle5"/>
    <dgm:cxn modelId="{A71EE129-831B-4288-8A4B-0DB8D7CE963F}" type="presParOf" srcId="{217E9008-9DD1-4C20-97D1-7EDCCD7EB85F}" destId="{608EAFD0-290A-442E-8F11-8CBFDCCCA919}" srcOrd="14" destOrd="0" presId="urn:microsoft.com/office/officeart/2005/8/layout/cycle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D8A5716-88E1-48A0-A5BC-3A0A05D0297F}">
      <dsp:nvSpPr>
        <dsp:cNvPr id="0" name=""/>
        <dsp:cNvSpPr/>
      </dsp:nvSpPr>
      <dsp:spPr>
        <a:xfrm>
          <a:off x="1437568" y="492919"/>
          <a:ext cx="1163463" cy="75625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lvl="0" algn="ctr" defTabSz="146685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ko-KR" sz="3300" kern="1200" dirty="0"/>
            <a:t>A</a:t>
          </a:r>
          <a:endParaRPr lang="ko-KR" altLang="en-US" sz="3300" kern="1200" dirty="0"/>
        </a:p>
      </dsp:txBody>
      <dsp:txXfrm>
        <a:off x="1474485" y="529836"/>
        <a:ext cx="1089629" cy="682417"/>
      </dsp:txXfrm>
    </dsp:sp>
    <dsp:sp modelId="{593D1842-8AED-44B0-9B2D-ADB621B0B283}">
      <dsp:nvSpPr>
        <dsp:cNvPr id="0" name=""/>
        <dsp:cNvSpPr/>
      </dsp:nvSpPr>
      <dsp:spPr>
        <a:xfrm>
          <a:off x="508109" y="871045"/>
          <a:ext cx="3022380" cy="3022380"/>
        </a:xfrm>
        <a:custGeom>
          <a:avLst/>
          <a:gdLst/>
          <a:ahLst/>
          <a:cxnLst/>
          <a:rect l="0" t="0" r="0" b="0"/>
          <a:pathLst>
            <a:path>
              <a:moveTo>
                <a:pt x="2248855" y="192271"/>
              </a:moveTo>
              <a:arcTo wR="1511190" hR="1511190" stAng="17953086" swAng="1212094"/>
            </a:path>
          </a:pathLst>
        </a:custGeom>
        <a:noFill/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76BE0F7-6095-4F17-87C1-0D0C44C013BF}">
      <dsp:nvSpPr>
        <dsp:cNvPr id="0" name=""/>
        <dsp:cNvSpPr/>
      </dsp:nvSpPr>
      <dsp:spPr>
        <a:xfrm>
          <a:off x="2874795" y="1537126"/>
          <a:ext cx="1163463" cy="75625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lvl="0" algn="ctr" defTabSz="146685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ko-KR" sz="3300" kern="1200" dirty="0"/>
            <a:t>B</a:t>
          </a:r>
          <a:endParaRPr lang="ko-KR" altLang="en-US" sz="3300" kern="1200" dirty="0"/>
        </a:p>
      </dsp:txBody>
      <dsp:txXfrm>
        <a:off x="2911712" y="1574043"/>
        <a:ext cx="1089629" cy="682417"/>
      </dsp:txXfrm>
    </dsp:sp>
    <dsp:sp modelId="{67A6B874-2E2D-4707-8623-719996560615}">
      <dsp:nvSpPr>
        <dsp:cNvPr id="0" name=""/>
        <dsp:cNvSpPr/>
      </dsp:nvSpPr>
      <dsp:spPr>
        <a:xfrm>
          <a:off x="508109" y="871045"/>
          <a:ext cx="3022380" cy="3022380"/>
        </a:xfrm>
        <a:custGeom>
          <a:avLst/>
          <a:gdLst/>
          <a:ahLst/>
          <a:cxnLst/>
          <a:rect l="0" t="0" r="0" b="0"/>
          <a:pathLst>
            <a:path>
              <a:moveTo>
                <a:pt x="3018761" y="1615719"/>
              </a:moveTo>
              <a:arcTo wR="1511190" hR="1511190" stAng="21837980" swAng="1360155"/>
            </a:path>
          </a:pathLst>
        </a:custGeom>
        <a:noFill/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E0B68D1-925D-4306-B613-6B810277D148}">
      <dsp:nvSpPr>
        <dsp:cNvPr id="0" name=""/>
        <dsp:cNvSpPr/>
      </dsp:nvSpPr>
      <dsp:spPr>
        <a:xfrm>
          <a:off x="2325823" y="3226688"/>
          <a:ext cx="1163463" cy="75625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lvl="0" algn="ctr" defTabSz="146685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ko-KR" sz="3300" kern="1200" dirty="0"/>
            <a:t>C</a:t>
          </a:r>
          <a:endParaRPr lang="ko-KR" altLang="en-US" sz="3300" kern="1200" dirty="0"/>
        </a:p>
      </dsp:txBody>
      <dsp:txXfrm>
        <a:off x="2362740" y="3263605"/>
        <a:ext cx="1089629" cy="682417"/>
      </dsp:txXfrm>
    </dsp:sp>
    <dsp:sp modelId="{92ED4251-5092-43AF-A38A-2DF828E80531}">
      <dsp:nvSpPr>
        <dsp:cNvPr id="0" name=""/>
        <dsp:cNvSpPr/>
      </dsp:nvSpPr>
      <dsp:spPr>
        <a:xfrm>
          <a:off x="508109" y="871045"/>
          <a:ext cx="3022380" cy="3022380"/>
        </a:xfrm>
        <a:custGeom>
          <a:avLst/>
          <a:gdLst/>
          <a:ahLst/>
          <a:cxnLst/>
          <a:rect l="0" t="0" r="0" b="0"/>
          <a:pathLst>
            <a:path>
              <a:moveTo>
                <a:pt x="1696776" y="3010941"/>
              </a:moveTo>
              <a:arcTo wR="1511190" hR="1511190" stAng="4976749" swAng="846502"/>
            </a:path>
          </a:pathLst>
        </a:custGeom>
        <a:noFill/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6F7974F-DFCE-46BA-B61A-FF25223197ED}">
      <dsp:nvSpPr>
        <dsp:cNvPr id="0" name=""/>
        <dsp:cNvSpPr/>
      </dsp:nvSpPr>
      <dsp:spPr>
        <a:xfrm>
          <a:off x="549312" y="3226688"/>
          <a:ext cx="1163463" cy="75625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lvl="0" algn="ctr" defTabSz="146685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ko-KR" sz="3300" kern="1200" dirty="0"/>
            <a:t>D</a:t>
          </a:r>
          <a:endParaRPr lang="ko-KR" altLang="en-US" sz="3300" kern="1200" dirty="0"/>
        </a:p>
      </dsp:txBody>
      <dsp:txXfrm>
        <a:off x="586229" y="3263605"/>
        <a:ext cx="1089629" cy="682417"/>
      </dsp:txXfrm>
    </dsp:sp>
    <dsp:sp modelId="{F1303B65-59A1-4E00-ABDE-B701436D2955}">
      <dsp:nvSpPr>
        <dsp:cNvPr id="0" name=""/>
        <dsp:cNvSpPr/>
      </dsp:nvSpPr>
      <dsp:spPr>
        <a:xfrm>
          <a:off x="508109" y="871045"/>
          <a:ext cx="3022380" cy="3022380"/>
        </a:xfrm>
        <a:custGeom>
          <a:avLst/>
          <a:gdLst/>
          <a:ahLst/>
          <a:cxnLst/>
          <a:rect l="0" t="0" r="0" b="0"/>
          <a:pathLst>
            <a:path>
              <a:moveTo>
                <a:pt x="160373" y="2188678"/>
              </a:moveTo>
              <a:arcTo wR="1511190" hR="1511190" stAng="9201865" swAng="1360155"/>
            </a:path>
          </a:pathLst>
        </a:custGeom>
        <a:noFill/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3D9EA7A-87C0-461D-9ADF-4077F4FEF695}">
      <dsp:nvSpPr>
        <dsp:cNvPr id="0" name=""/>
        <dsp:cNvSpPr/>
      </dsp:nvSpPr>
      <dsp:spPr>
        <a:xfrm>
          <a:off x="340" y="1537126"/>
          <a:ext cx="1163463" cy="75625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lvl="0" algn="ctr" defTabSz="146685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ko-KR" sz="3300" kern="1200" dirty="0"/>
            <a:t>E</a:t>
          </a:r>
          <a:endParaRPr lang="ko-KR" altLang="en-US" sz="3300" kern="1200" dirty="0"/>
        </a:p>
      </dsp:txBody>
      <dsp:txXfrm>
        <a:off x="37257" y="1574043"/>
        <a:ext cx="1089629" cy="682417"/>
      </dsp:txXfrm>
    </dsp:sp>
    <dsp:sp modelId="{608EAFD0-290A-442E-8F11-8CBFDCCCA919}">
      <dsp:nvSpPr>
        <dsp:cNvPr id="0" name=""/>
        <dsp:cNvSpPr/>
      </dsp:nvSpPr>
      <dsp:spPr>
        <a:xfrm>
          <a:off x="508109" y="871045"/>
          <a:ext cx="3022380" cy="3022380"/>
        </a:xfrm>
        <a:custGeom>
          <a:avLst/>
          <a:gdLst/>
          <a:ahLst/>
          <a:cxnLst/>
          <a:rect l="0" t="0" r="0" b="0"/>
          <a:pathLst>
            <a:path>
              <a:moveTo>
                <a:pt x="363449" y="528140"/>
              </a:moveTo>
              <a:arcTo wR="1511190" hR="1511190" stAng="13234821" swAng="1212094"/>
            </a:path>
          </a:pathLst>
        </a:custGeom>
        <a:noFill/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5">
  <dgm:title val=""/>
  <dgm:desc val=""/>
  <dgm:catLst>
    <dgm:cat type="cycle" pri="3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9">
      <dgm:if name="Name10" func="var" arg="dir" op="equ" val="norm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op="equ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if>
      <dgm:else name="Name11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fact="-1"/>
          <dgm:constr type="diam" for="ch" refType="diam" op="equ" fact="-1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else>
    </dgm:choose>
    <dgm:ruleLst/>
    <dgm:forEach name="Name12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/>
        </dgm:shape>
        <dgm:presOf axis="desOrSelf" ptType="node"/>
        <dgm:constrLst>
          <dgm:constr type="h" refType="w" fact="0.65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choose name="Name13">
        <dgm:if name="Name14" axis="par ch" ptType="doc node" func="cnt" op="gt" val="1">
          <dgm:layoutNode name="spNode">
            <dgm:alg type="sp"/>
            <dgm:shape xmlns:r="http://schemas.openxmlformats.org/officeDocument/2006/relationships" r:blip="">
              <dgm:adjLst/>
            </dgm:shape>
            <dgm:presOf/>
            <dgm:constrLst>
              <dgm:constr type="h" refType="w"/>
            </dgm:constrLst>
            <dgm:ruleLst/>
          </dgm:layoutNode>
          <dgm:forEach name="Name15" axis="followSib" ptType="sibTrans" hideLastTrans="0" cnt="1">
            <dgm:layoutNode name="sibTrans">
              <dgm:alg type="conn">
                <dgm:param type="dim" val="1D"/>
                <dgm:param type="connRout" val="curve"/>
                <dgm:param type="begPts" val="radial"/>
                <dgm:param type="endPts" val="radial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65"/>
                <dgm:constr type="connDist"/>
                <dgm:constr type="begPad" refType="connDist" fact="0.2"/>
                <dgm:constr type="endPad" refType="connDist" fact="0.2"/>
              </dgm:constrLst>
              <dgm:ruleLst/>
            </dgm:layoutNode>
          </dgm:forEach>
        </dgm:if>
        <dgm:else name="Name16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직사각형 22"/>
          <p:cNvSpPr/>
          <p:nvPr/>
        </p:nvSpPr>
        <p:spPr>
          <a:xfrm flipV="1">
            <a:off x="5410182" y="3810000"/>
            <a:ext cx="3733819" cy="910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4" name="직사각형 23"/>
          <p:cNvSpPr/>
          <p:nvPr/>
        </p:nvSpPr>
        <p:spPr>
          <a:xfrm flipV="1">
            <a:off x="5410200" y="3897010"/>
            <a:ext cx="3733801" cy="192024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5" name="직사각형 24"/>
          <p:cNvSpPr/>
          <p:nvPr/>
        </p:nvSpPr>
        <p:spPr>
          <a:xfrm flipV="1">
            <a:off x="5410200" y="4115167"/>
            <a:ext cx="3733801" cy="9144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6" name="직사각형 25"/>
          <p:cNvSpPr/>
          <p:nvPr/>
        </p:nvSpPr>
        <p:spPr>
          <a:xfrm flipV="1">
            <a:off x="5410200" y="4164403"/>
            <a:ext cx="1965960" cy="18288"/>
          </a:xfrm>
          <a:prstGeom prst="rect">
            <a:avLst/>
          </a:prstGeom>
          <a:solidFill>
            <a:schemeClr val="accent2">
              <a:alpha val="6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7" name="직사각형 26"/>
          <p:cNvSpPr/>
          <p:nvPr/>
        </p:nvSpPr>
        <p:spPr>
          <a:xfrm flipV="1">
            <a:off x="5410200" y="4199572"/>
            <a:ext cx="1965960" cy="9144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0" name="모서리가 둥근 직사각형 29"/>
          <p:cNvSpPr/>
          <p:nvPr/>
        </p:nvSpPr>
        <p:spPr bwMode="white">
          <a:xfrm>
            <a:off x="5410200" y="3962400"/>
            <a:ext cx="3063240" cy="2743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1" name="모서리가 둥근 직사각형 30"/>
          <p:cNvSpPr/>
          <p:nvPr/>
        </p:nvSpPr>
        <p:spPr bwMode="white">
          <a:xfrm>
            <a:off x="7376507" y="4060983"/>
            <a:ext cx="1600200" cy="36576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7" name="직사각형 6"/>
          <p:cNvSpPr/>
          <p:nvPr/>
        </p:nvSpPr>
        <p:spPr>
          <a:xfrm>
            <a:off x="1" y="3649662"/>
            <a:ext cx="9144000" cy="244170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직사각형 9"/>
          <p:cNvSpPr/>
          <p:nvPr/>
        </p:nvSpPr>
        <p:spPr>
          <a:xfrm>
            <a:off x="0" y="3675527"/>
            <a:ext cx="9144001" cy="14067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직사각형 10"/>
          <p:cNvSpPr/>
          <p:nvPr/>
        </p:nvSpPr>
        <p:spPr>
          <a:xfrm flipV="1">
            <a:off x="6414051" y="3643090"/>
            <a:ext cx="2729950" cy="2484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9" name="직사각형 18"/>
          <p:cNvSpPr/>
          <p:nvPr/>
        </p:nvSpPr>
        <p:spPr>
          <a:xfrm>
            <a:off x="0" y="0"/>
            <a:ext cx="9144000" cy="3701700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제목 7"/>
          <p:cNvSpPr>
            <a:spLocks noGrp="1"/>
          </p:cNvSpPr>
          <p:nvPr>
            <p:ph type="ctrTitle"/>
          </p:nvPr>
        </p:nvSpPr>
        <p:spPr>
          <a:xfrm>
            <a:off x="457200" y="2401887"/>
            <a:ext cx="8458200" cy="1470025"/>
          </a:xfrm>
        </p:spPr>
        <p:txBody>
          <a:bodyPr anchor="b"/>
          <a:lstStyle>
            <a:lvl1pPr>
              <a:defRPr sz="4400">
                <a:solidFill>
                  <a:schemeClr val="bg1"/>
                </a:solidFill>
              </a:defRPr>
            </a:lvl1pPr>
          </a:lstStyle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  <p:sp>
        <p:nvSpPr>
          <p:cNvPr id="9" name="부제목 8"/>
          <p:cNvSpPr>
            <a:spLocks noGrp="1"/>
          </p:cNvSpPr>
          <p:nvPr>
            <p:ph type="subTitle" idx="1"/>
          </p:nvPr>
        </p:nvSpPr>
        <p:spPr>
          <a:xfrm>
            <a:off x="457200" y="3899938"/>
            <a:ext cx="4953000" cy="1752600"/>
          </a:xfrm>
        </p:spPr>
        <p:txBody>
          <a:bodyPr/>
          <a:lstStyle>
            <a:lvl1pPr marL="64008" indent="0" algn="l"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ko-KR" altLang="en-US"/>
              <a:t>마스터 부제목 스타일 편집</a:t>
            </a:r>
            <a:endParaRPr kumimoji="0" lang="en-US"/>
          </a:p>
        </p:txBody>
      </p:sp>
      <p:sp>
        <p:nvSpPr>
          <p:cNvPr id="28" name="날짜 개체 틀 27"/>
          <p:cNvSpPr>
            <a:spLocks noGrp="1"/>
          </p:cNvSpPr>
          <p:nvPr>
            <p:ph type="dt" sz="half" idx="10"/>
          </p:nvPr>
        </p:nvSpPr>
        <p:spPr>
          <a:xfrm>
            <a:off x="6705600" y="4206240"/>
            <a:ext cx="960120" cy="457200"/>
          </a:xfrm>
        </p:spPr>
        <p:txBody>
          <a:bodyPr/>
          <a:lstStyle/>
          <a:p>
            <a:fld id="{239BDB1D-0E3A-4622-9CDD-48EFCD7DECF9}" type="datetimeFigureOut">
              <a:rPr lang="ko-KR" altLang="en-US" smtClean="0"/>
              <a:pPr/>
              <a:t>2020-09-03</a:t>
            </a:fld>
            <a:endParaRPr lang="ko-KR" altLang="en-US"/>
          </a:p>
        </p:txBody>
      </p:sp>
      <p:sp>
        <p:nvSpPr>
          <p:cNvPr id="17" name="바닥글 개체 틀 16"/>
          <p:cNvSpPr>
            <a:spLocks noGrp="1"/>
          </p:cNvSpPr>
          <p:nvPr>
            <p:ph type="ftr" sz="quarter" idx="11"/>
          </p:nvPr>
        </p:nvSpPr>
        <p:spPr>
          <a:xfrm>
            <a:off x="5410200" y="4205288"/>
            <a:ext cx="1295400" cy="457200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29" name="슬라이드 번호 개체 틀 28"/>
          <p:cNvSpPr>
            <a:spLocks noGrp="1"/>
          </p:cNvSpPr>
          <p:nvPr>
            <p:ph type="sldNum" sz="quarter" idx="12"/>
          </p:nvPr>
        </p:nvSpPr>
        <p:spPr>
          <a:xfrm>
            <a:off x="8320088" y="1136"/>
            <a:ext cx="747712" cy="365760"/>
          </a:xfrm>
        </p:spPr>
        <p:txBody>
          <a:bodyPr/>
          <a:lstStyle>
            <a:lvl1pPr algn="r">
              <a:defRPr sz="1800">
                <a:solidFill>
                  <a:schemeClr val="bg1"/>
                </a:solidFill>
              </a:defRPr>
            </a:lvl1pPr>
          </a:lstStyle>
          <a:p>
            <a:fld id="{C509490A-A61F-4BE2-B474-FE1111DF0C50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ko-KR" altLang="en-US"/>
              <a:t>마스터 텍스트 스타일을 편집합니다</a:t>
            </a:r>
          </a:p>
          <a:p>
            <a:pPr lvl="1" eaLnBrk="1" latinLnBrk="0" hangingPunct="1"/>
            <a:r>
              <a:rPr lang="ko-KR" altLang="en-US"/>
              <a:t>둘째 수준</a:t>
            </a:r>
          </a:p>
          <a:p>
            <a:pPr lvl="2" eaLnBrk="1" latinLnBrk="0" hangingPunct="1"/>
            <a:r>
              <a:rPr lang="ko-KR" altLang="en-US"/>
              <a:t>셋째 수준</a:t>
            </a:r>
          </a:p>
          <a:p>
            <a:pPr lvl="3" eaLnBrk="1" latinLnBrk="0" hangingPunct="1"/>
            <a:r>
              <a:rPr lang="ko-KR" altLang="en-US"/>
              <a:t>넷째 수준</a:t>
            </a:r>
          </a:p>
          <a:p>
            <a:pPr lvl="4" eaLnBrk="1" latinLnBrk="0" hangingPunct="1"/>
            <a:r>
              <a:rPr lang="ko-KR" altLang="en-US"/>
              <a:t>다섯째 수준</a:t>
            </a:r>
            <a:endParaRPr kumimoji="0" 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9BDB1D-0E3A-4622-9CDD-48EFCD7DECF9}" type="datetimeFigureOut">
              <a:rPr lang="ko-KR" altLang="en-US" smtClean="0"/>
              <a:pPr/>
              <a:t>2020-09-03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9490A-A61F-4BE2-B474-FE1111DF0C50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1981200"/>
            <a:ext cx="7772400" cy="1362075"/>
          </a:xfrm>
        </p:spPr>
        <p:txBody>
          <a:bodyPr anchor="b">
            <a:noAutofit/>
          </a:bodyPr>
          <a:lstStyle>
            <a:lvl1pPr algn="l">
              <a:buNone/>
              <a:defRPr sz="4300" b="1" cap="none" baseline="0">
                <a:ln w="12700">
                  <a:solidFill>
                    <a:schemeClr val="accent2">
                      <a:shade val="90000"/>
                      <a:satMod val="150000"/>
                    </a:schemeClr>
                  </a:solidFill>
                </a:ln>
                <a:solidFill>
                  <a:srgbClr val="FFFFFF"/>
                </a:solidFill>
                <a:effectLst>
                  <a:outerShdw blurRad="38100" dist="381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3367088"/>
            <a:ext cx="7772400" cy="1509712"/>
          </a:xfrm>
        </p:spPr>
        <p:txBody>
          <a:bodyPr anchor="t"/>
          <a:lstStyle>
            <a:lvl1pPr marL="45720" indent="0">
              <a:buNone/>
              <a:defRPr sz="2100" b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9BDB1D-0E3A-4622-9CDD-48EFCD7DECF9}" type="datetimeFigureOut">
              <a:rPr lang="ko-KR" altLang="en-US" smtClean="0"/>
              <a:pPr/>
              <a:t>2020-09-03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9490A-A61F-4BE2-B474-FE1111DF0C50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2249424"/>
            <a:ext cx="4038600" cy="4525963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ko-KR" altLang="en-US"/>
              <a:t>마스터 텍스트 스타일을 편집합니다</a:t>
            </a:r>
          </a:p>
          <a:p>
            <a:pPr lvl="1" eaLnBrk="1" latinLnBrk="0" hangingPunct="1"/>
            <a:r>
              <a:rPr lang="ko-KR" altLang="en-US"/>
              <a:t>둘째 수준</a:t>
            </a:r>
          </a:p>
          <a:p>
            <a:pPr lvl="2" eaLnBrk="1" latinLnBrk="0" hangingPunct="1"/>
            <a:r>
              <a:rPr lang="ko-KR" altLang="en-US"/>
              <a:t>셋째 수준</a:t>
            </a:r>
          </a:p>
          <a:p>
            <a:pPr lvl="3" eaLnBrk="1" latinLnBrk="0" hangingPunct="1"/>
            <a:r>
              <a:rPr lang="ko-KR" altLang="en-US"/>
              <a:t>넷째 수준</a:t>
            </a:r>
          </a:p>
          <a:p>
            <a:pPr lvl="4" eaLnBrk="1" latinLnBrk="0" hangingPunct="1"/>
            <a:r>
              <a:rPr lang="ko-KR" altLang="en-US"/>
              <a:t>다섯째 수준</a:t>
            </a:r>
            <a:endParaRPr kumimoji="0" 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2249424"/>
            <a:ext cx="4038600" cy="4525963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ko-KR" altLang="en-US"/>
              <a:t>마스터 텍스트 스타일을 편집합니다</a:t>
            </a:r>
          </a:p>
          <a:p>
            <a:pPr lvl="1" eaLnBrk="1" latinLnBrk="0" hangingPunct="1"/>
            <a:r>
              <a:rPr lang="ko-KR" altLang="en-US"/>
              <a:t>둘째 수준</a:t>
            </a:r>
          </a:p>
          <a:p>
            <a:pPr lvl="2" eaLnBrk="1" latinLnBrk="0" hangingPunct="1"/>
            <a:r>
              <a:rPr lang="ko-KR" altLang="en-US"/>
              <a:t>셋째 수준</a:t>
            </a:r>
          </a:p>
          <a:p>
            <a:pPr lvl="3" eaLnBrk="1" latinLnBrk="0" hangingPunct="1"/>
            <a:r>
              <a:rPr lang="ko-KR" altLang="en-US"/>
              <a:t>넷째 수준</a:t>
            </a:r>
          </a:p>
          <a:p>
            <a:pPr lvl="4" eaLnBrk="1" latinLnBrk="0" hangingPunct="1"/>
            <a:r>
              <a:rPr lang="ko-KR" altLang="en-US"/>
              <a:t>다섯째 수준</a:t>
            </a:r>
            <a:endParaRPr kumimoji="0" 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9BDB1D-0E3A-4622-9CDD-48EFCD7DECF9}" type="datetimeFigureOut">
              <a:rPr lang="ko-KR" altLang="en-US" smtClean="0"/>
              <a:pPr/>
              <a:t>2020-09-03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9490A-A61F-4BE2-B474-FE1111DF0C50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81000" y="1143000"/>
            <a:ext cx="8382000" cy="1069848"/>
          </a:xfrm>
        </p:spPr>
        <p:txBody>
          <a:bodyPr anchor="ctr"/>
          <a:lstStyle>
            <a:lvl1pPr>
              <a:defRPr sz="4000" b="0" i="0" cap="none" baseline="0"/>
            </a:lvl1pPr>
          </a:lstStyle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81000" y="2244970"/>
            <a:ext cx="4041648" cy="457200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ko-KR" altLang="en-US"/>
              <a:t>마스터 텍스트 스타일을 편집합니다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3"/>
          </p:nvPr>
        </p:nvSpPr>
        <p:spPr>
          <a:xfrm>
            <a:off x="4721225" y="2244970"/>
            <a:ext cx="4041775" cy="457200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ko-KR" altLang="en-US"/>
              <a:t>마스터 텍스트 스타일을 편집합니다</a:t>
            </a:r>
          </a:p>
        </p:txBody>
      </p:sp>
      <p:sp>
        <p:nvSpPr>
          <p:cNvPr id="5" name="내용 개체 틀 4"/>
          <p:cNvSpPr>
            <a:spLocks noGrp="1"/>
          </p:cNvSpPr>
          <p:nvPr>
            <p:ph sz="quarter" idx="2"/>
          </p:nvPr>
        </p:nvSpPr>
        <p:spPr>
          <a:xfrm>
            <a:off x="381000" y="2708519"/>
            <a:ext cx="4041648" cy="38862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ko-KR" altLang="en-US"/>
              <a:t>마스터 텍스트 스타일을 편집합니다</a:t>
            </a:r>
          </a:p>
          <a:p>
            <a:pPr lvl="1" eaLnBrk="1" latinLnBrk="0" hangingPunct="1"/>
            <a:r>
              <a:rPr lang="ko-KR" altLang="en-US"/>
              <a:t>둘째 수준</a:t>
            </a:r>
          </a:p>
          <a:p>
            <a:pPr lvl="2" eaLnBrk="1" latinLnBrk="0" hangingPunct="1"/>
            <a:r>
              <a:rPr lang="ko-KR" altLang="en-US"/>
              <a:t>셋째 수준</a:t>
            </a:r>
          </a:p>
          <a:p>
            <a:pPr lvl="3" eaLnBrk="1" latinLnBrk="0" hangingPunct="1"/>
            <a:r>
              <a:rPr lang="ko-KR" altLang="en-US"/>
              <a:t>넷째 수준</a:t>
            </a:r>
          </a:p>
          <a:p>
            <a:pPr lvl="4" eaLnBrk="1" latinLnBrk="0" hangingPunct="1"/>
            <a:r>
              <a:rPr lang="ko-KR" altLang="en-US"/>
              <a:t>다섯째 수준</a:t>
            </a:r>
            <a:endParaRPr kumimoji="0" lang="en-US"/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718304" y="2708519"/>
            <a:ext cx="4041775" cy="38862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ko-KR" altLang="en-US"/>
              <a:t>마스터 텍스트 스타일을 편집합니다</a:t>
            </a:r>
          </a:p>
          <a:p>
            <a:pPr lvl="1" eaLnBrk="1" latinLnBrk="0" hangingPunct="1"/>
            <a:r>
              <a:rPr lang="ko-KR" altLang="en-US"/>
              <a:t>둘째 수준</a:t>
            </a:r>
          </a:p>
          <a:p>
            <a:pPr lvl="2" eaLnBrk="1" latinLnBrk="0" hangingPunct="1"/>
            <a:r>
              <a:rPr lang="ko-KR" altLang="en-US"/>
              <a:t>셋째 수준</a:t>
            </a:r>
          </a:p>
          <a:p>
            <a:pPr lvl="3" eaLnBrk="1" latinLnBrk="0" hangingPunct="1"/>
            <a:r>
              <a:rPr lang="ko-KR" altLang="en-US"/>
              <a:t>넷째 수준</a:t>
            </a:r>
          </a:p>
          <a:p>
            <a:pPr lvl="4" eaLnBrk="1" latinLnBrk="0" hangingPunct="1"/>
            <a:r>
              <a:rPr lang="ko-KR" altLang="en-US"/>
              <a:t>다섯째 수준</a:t>
            </a:r>
            <a:endParaRPr kumimoji="0" lang="en-US"/>
          </a:p>
        </p:txBody>
      </p:sp>
      <p:sp>
        <p:nvSpPr>
          <p:cNvPr id="26" name="날짜 개체 틀 2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239BDB1D-0E3A-4622-9CDD-48EFCD7DECF9}" type="datetimeFigureOut">
              <a:rPr lang="ko-KR" altLang="en-US" smtClean="0"/>
              <a:pPr/>
              <a:t>2020-09-03</a:t>
            </a:fld>
            <a:endParaRPr lang="ko-KR" altLang="en-US"/>
          </a:p>
        </p:txBody>
      </p:sp>
      <p:sp>
        <p:nvSpPr>
          <p:cNvPr id="27" name="슬라이드 번호 개체 틀 26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C509490A-A61F-4BE2-B474-FE1111DF0C50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28" name="바닥글 개체 틀 2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1143000"/>
            <a:ext cx="8229600" cy="1069848"/>
          </a:xfrm>
        </p:spPr>
        <p:txBody>
          <a:bodyPr anchor="ctr"/>
          <a:lstStyle>
            <a:lvl1pPr>
              <a:defRPr sz="4000">
                <a:solidFill>
                  <a:schemeClr val="tx2"/>
                </a:solidFill>
              </a:defRPr>
            </a:lvl1pPr>
          </a:lstStyle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>
          <a:xfrm>
            <a:off x="6583680" y="612648"/>
            <a:ext cx="957264" cy="457200"/>
          </a:xfrm>
        </p:spPr>
        <p:txBody>
          <a:bodyPr/>
          <a:lstStyle/>
          <a:p>
            <a:fld id="{239BDB1D-0E3A-4622-9CDD-48EFCD7DECF9}" type="datetimeFigureOut">
              <a:rPr lang="ko-KR" altLang="en-US" smtClean="0"/>
              <a:pPr/>
              <a:t>2020-09-03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>
          <a:xfrm>
            <a:off x="5257800" y="612648"/>
            <a:ext cx="1325880" cy="457200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8174736" y="2272"/>
            <a:ext cx="762000" cy="365760"/>
          </a:xfrm>
        </p:spPr>
        <p:txBody>
          <a:bodyPr/>
          <a:lstStyle/>
          <a:p>
            <a:fld id="{C509490A-A61F-4BE2-B474-FE1111DF0C50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9BDB1D-0E3A-4622-9CDD-48EFCD7DECF9}" type="datetimeFigureOut">
              <a:rPr lang="ko-KR" altLang="en-US" smtClean="0"/>
              <a:pPr/>
              <a:t>2020-09-03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9490A-A61F-4BE2-B474-FE1111DF0C50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353496" y="1101970"/>
            <a:ext cx="3383280" cy="877824"/>
          </a:xfrm>
        </p:spPr>
        <p:txBody>
          <a:bodyPr anchor="b"/>
          <a:lstStyle>
            <a:lvl1pPr algn="l">
              <a:buNone/>
              <a:defRPr sz="1800" b="1"/>
            </a:lvl1pPr>
          </a:lstStyle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2"/>
          </p:nvPr>
        </p:nvSpPr>
        <p:spPr>
          <a:xfrm>
            <a:off x="5353496" y="2010727"/>
            <a:ext cx="3383280" cy="4617720"/>
          </a:xfrm>
        </p:spPr>
        <p:txBody>
          <a:bodyPr/>
          <a:lstStyle>
            <a:lvl1pPr marL="9144" indent="0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1"/>
          </p:nvPr>
        </p:nvSpPr>
        <p:spPr>
          <a:xfrm>
            <a:off x="152400" y="776287"/>
            <a:ext cx="5102352" cy="585216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 eaLnBrk="1" latinLnBrk="0" hangingPunct="1"/>
            <a:r>
              <a:rPr lang="ko-KR" altLang="en-US"/>
              <a:t>마스터 텍스트 스타일을 편집합니다</a:t>
            </a:r>
          </a:p>
          <a:p>
            <a:pPr lvl="1" eaLnBrk="1" latinLnBrk="0" hangingPunct="1"/>
            <a:r>
              <a:rPr lang="ko-KR" altLang="en-US"/>
              <a:t>둘째 수준</a:t>
            </a:r>
          </a:p>
          <a:p>
            <a:pPr lvl="2" eaLnBrk="1" latinLnBrk="0" hangingPunct="1"/>
            <a:r>
              <a:rPr lang="ko-KR" altLang="en-US"/>
              <a:t>셋째 수준</a:t>
            </a:r>
          </a:p>
          <a:p>
            <a:pPr lvl="3" eaLnBrk="1" latinLnBrk="0" hangingPunct="1"/>
            <a:r>
              <a:rPr lang="ko-KR" altLang="en-US"/>
              <a:t>넷째 수준</a:t>
            </a:r>
          </a:p>
          <a:p>
            <a:pPr lvl="4" eaLnBrk="1" latinLnBrk="0" hangingPunct="1"/>
            <a:r>
              <a:rPr lang="ko-KR" altLang="en-US"/>
              <a:t>다섯째 수준</a:t>
            </a:r>
            <a:endParaRPr kumimoji="0" 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9BDB1D-0E3A-4622-9CDD-48EFCD7DECF9}" type="datetimeFigureOut">
              <a:rPr lang="ko-KR" altLang="en-US" smtClean="0"/>
              <a:pPr/>
              <a:t>2020-09-03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9490A-A61F-4BE2-B474-FE1111DF0C50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40434" y="1109160"/>
            <a:ext cx="586803" cy="4681637"/>
          </a:xfrm>
        </p:spPr>
        <p:txBody>
          <a:bodyPr vert="vert270" lIns="45720" tIns="0" rIns="45720" anchor="t"/>
          <a:lstStyle>
            <a:lvl1pPr algn="ctr">
              <a:buNone/>
              <a:defRPr sz="2000" b="1"/>
            </a:lvl1pPr>
          </a:lstStyle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403671" y="1143000"/>
            <a:ext cx="4572000" cy="4572000"/>
          </a:xfrm>
          <a:solidFill>
            <a:srgbClr val="EAEAEA"/>
          </a:solidFill>
          <a:ln w="50800">
            <a:solidFill>
              <a:srgbClr val="FFFFFF"/>
            </a:solidFill>
            <a:miter lim="800000"/>
          </a:ln>
          <a:effectLst>
            <a:outerShdw blurRad="57150" dist="31750" dir="4800000" algn="tl" rotWithShape="0">
              <a:srgbClr val="000000">
                <a:alpha val="2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2540">
            <a:bevelT w="25400" h="19050"/>
            <a:contourClr>
              <a:srgbClr val="AEAEAE"/>
            </a:contourClr>
          </a:sp3d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ko-KR" altLang="en-US"/>
              <a:t>그림을 추가하려면 아이콘을 클릭하십시오</a:t>
            </a:r>
            <a:endParaRPr kumimoji="0" 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6088443" y="3274308"/>
            <a:ext cx="2590800" cy="2516489"/>
          </a:xfrm>
        </p:spPr>
        <p:txBody>
          <a:bodyPr lIns="0" tIns="0" rIns="45720" anchor="t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3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9BDB1D-0E3A-4622-9CDD-48EFCD7DECF9}" type="datetimeFigureOut">
              <a:rPr lang="ko-KR" altLang="en-US" smtClean="0"/>
              <a:pPr/>
              <a:t>2020-09-03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9490A-A61F-4BE2-B474-FE1111DF0C50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ko-KR" altLang="en-US"/>
              <a:t>마스터 텍스트 스타일을 편집합니다</a:t>
            </a:r>
          </a:p>
          <a:p>
            <a:pPr lvl="1" eaLnBrk="1" latinLnBrk="0" hangingPunct="1"/>
            <a:r>
              <a:rPr lang="ko-KR" altLang="en-US"/>
              <a:t>둘째 수준</a:t>
            </a:r>
          </a:p>
          <a:p>
            <a:pPr lvl="2" eaLnBrk="1" latinLnBrk="0" hangingPunct="1"/>
            <a:r>
              <a:rPr lang="ko-KR" altLang="en-US"/>
              <a:t>셋째 수준</a:t>
            </a:r>
          </a:p>
          <a:p>
            <a:pPr lvl="3" eaLnBrk="1" latinLnBrk="0" hangingPunct="1"/>
            <a:r>
              <a:rPr lang="ko-KR" altLang="en-US"/>
              <a:t>넷째 수준</a:t>
            </a:r>
          </a:p>
          <a:p>
            <a:pPr lvl="4" eaLnBrk="1" latinLnBrk="0" hangingPunct="1"/>
            <a:r>
              <a:rPr lang="ko-KR" altLang="en-US"/>
              <a:t>다섯째 수준</a:t>
            </a:r>
            <a:endParaRPr kumimoji="0" 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9BDB1D-0E3A-4622-9CDD-48EFCD7DECF9}" type="datetimeFigureOut">
              <a:rPr lang="ko-KR" altLang="en-US" smtClean="0"/>
              <a:pPr/>
              <a:t>2020-09-03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9490A-A61F-4BE2-B474-FE1111DF0C50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781800" y="1143000"/>
            <a:ext cx="1905000" cy="5486400"/>
          </a:xfrm>
        </p:spPr>
        <p:txBody>
          <a:bodyPr vert="eaVert"/>
          <a:lstStyle/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1143000"/>
            <a:ext cx="6248400" cy="5486400"/>
          </a:xfrm>
        </p:spPr>
        <p:txBody>
          <a:bodyPr vert="eaVert"/>
          <a:lstStyle/>
          <a:p>
            <a:pPr lvl="0" eaLnBrk="1" latinLnBrk="0" hangingPunct="1"/>
            <a:r>
              <a:rPr lang="ko-KR" altLang="en-US"/>
              <a:t>마스터 텍스트 스타일을 편집합니다</a:t>
            </a:r>
          </a:p>
          <a:p>
            <a:pPr lvl="1" eaLnBrk="1" latinLnBrk="0" hangingPunct="1"/>
            <a:r>
              <a:rPr lang="ko-KR" altLang="en-US"/>
              <a:t>둘째 수준</a:t>
            </a:r>
          </a:p>
          <a:p>
            <a:pPr lvl="2" eaLnBrk="1" latinLnBrk="0" hangingPunct="1"/>
            <a:r>
              <a:rPr lang="ko-KR" altLang="en-US"/>
              <a:t>셋째 수준</a:t>
            </a:r>
          </a:p>
          <a:p>
            <a:pPr lvl="3" eaLnBrk="1" latinLnBrk="0" hangingPunct="1"/>
            <a:r>
              <a:rPr lang="ko-KR" altLang="en-US"/>
              <a:t>넷째 수준</a:t>
            </a:r>
          </a:p>
          <a:p>
            <a:pPr lvl="4" eaLnBrk="1" latinLnBrk="0" hangingPunct="1"/>
            <a:r>
              <a:rPr lang="ko-KR" altLang="en-US"/>
              <a:t>다섯째 수준</a:t>
            </a:r>
            <a:endParaRPr kumimoji="0" 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9BDB1D-0E3A-4622-9CDD-48EFCD7DECF9}" type="datetimeFigureOut">
              <a:rPr lang="ko-KR" altLang="en-US" smtClean="0"/>
              <a:pPr/>
              <a:t>2020-09-03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9490A-A61F-4BE2-B474-FE1111DF0C50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직사각형 27"/>
          <p:cNvSpPr/>
          <p:nvPr/>
        </p:nvSpPr>
        <p:spPr>
          <a:xfrm>
            <a:off x="1" y="366818"/>
            <a:ext cx="9144000" cy="84407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9" name="직사각형 28"/>
          <p:cNvSpPr/>
          <p:nvPr/>
        </p:nvSpPr>
        <p:spPr>
          <a:xfrm>
            <a:off x="0" y="-1"/>
            <a:ext cx="9144000" cy="310663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0" name="직사각형 29"/>
          <p:cNvSpPr/>
          <p:nvPr/>
        </p:nvSpPr>
        <p:spPr>
          <a:xfrm>
            <a:off x="0" y="308276"/>
            <a:ext cx="9144001" cy="91441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1" name="직사각형 30"/>
          <p:cNvSpPr/>
          <p:nvPr/>
        </p:nvSpPr>
        <p:spPr>
          <a:xfrm flipV="1">
            <a:off x="5410182" y="360246"/>
            <a:ext cx="3733819" cy="910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2" name="직사각형 31"/>
          <p:cNvSpPr/>
          <p:nvPr/>
        </p:nvSpPr>
        <p:spPr>
          <a:xfrm flipV="1">
            <a:off x="5410200" y="440112"/>
            <a:ext cx="3733801" cy="180035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3" name="모서리가 둥근 직사각형 32"/>
          <p:cNvSpPr/>
          <p:nvPr/>
        </p:nvSpPr>
        <p:spPr bwMode="white">
          <a:xfrm>
            <a:off x="5407339" y="497504"/>
            <a:ext cx="3063240" cy="2743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4" name="모서리가 둥근 직사각형 33"/>
          <p:cNvSpPr/>
          <p:nvPr/>
        </p:nvSpPr>
        <p:spPr bwMode="white">
          <a:xfrm>
            <a:off x="7373646" y="588943"/>
            <a:ext cx="1600200" cy="36576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5" name="직사각형 34"/>
          <p:cNvSpPr/>
          <p:nvPr/>
        </p:nvSpPr>
        <p:spPr bwMode="invGray">
          <a:xfrm>
            <a:off x="9084966" y="-2001"/>
            <a:ext cx="57626" cy="621792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6" name="직사각형 35"/>
          <p:cNvSpPr/>
          <p:nvPr/>
        </p:nvSpPr>
        <p:spPr bwMode="invGray">
          <a:xfrm>
            <a:off x="9044481" y="-2001"/>
            <a:ext cx="27432" cy="621792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7" name="직사각형 36"/>
          <p:cNvSpPr/>
          <p:nvPr/>
        </p:nvSpPr>
        <p:spPr bwMode="invGray">
          <a:xfrm>
            <a:off x="9025428" y="-2001"/>
            <a:ext cx="9144" cy="621792"/>
          </a:xfrm>
          <a:prstGeom prst="rect">
            <a:avLst/>
          </a:prstGeom>
          <a:solidFill>
            <a:srgbClr val="FFFFFF">
              <a:alpha val="6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8" name="직사각형 37"/>
          <p:cNvSpPr/>
          <p:nvPr/>
        </p:nvSpPr>
        <p:spPr bwMode="invGray">
          <a:xfrm>
            <a:off x="8975423" y="-2001"/>
            <a:ext cx="27432" cy="621792"/>
          </a:xfrm>
          <a:prstGeom prst="rect">
            <a:avLst/>
          </a:prstGeom>
          <a:solidFill>
            <a:srgbClr val="FFFFFF">
              <a:alpha val="4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9" name="직사각형 38"/>
          <p:cNvSpPr/>
          <p:nvPr/>
        </p:nvSpPr>
        <p:spPr bwMode="invGray">
          <a:xfrm>
            <a:off x="8915677" y="380"/>
            <a:ext cx="54864" cy="585216"/>
          </a:xfrm>
          <a:prstGeom prst="rect">
            <a:avLst/>
          </a:prstGeom>
          <a:solidFill>
            <a:srgbClr val="FFFFFF">
              <a:alpha val="2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40" name="직사각형 39"/>
          <p:cNvSpPr/>
          <p:nvPr/>
        </p:nvSpPr>
        <p:spPr bwMode="invGray">
          <a:xfrm>
            <a:off x="8873475" y="380"/>
            <a:ext cx="9144" cy="585216"/>
          </a:xfrm>
          <a:prstGeom prst="rect">
            <a:avLst/>
          </a:prstGeom>
          <a:solidFill>
            <a:srgbClr val="FFFFFF">
              <a:alpha val="30196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2" name="제목 개체 틀 21"/>
          <p:cNvSpPr>
            <a:spLocks noGrp="1"/>
          </p:cNvSpPr>
          <p:nvPr>
            <p:ph type="title"/>
          </p:nvPr>
        </p:nvSpPr>
        <p:spPr>
          <a:xfrm>
            <a:off x="457200" y="1143000"/>
            <a:ext cx="8229600" cy="10668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  <p:sp>
        <p:nvSpPr>
          <p:cNvPr id="13" name="텍스트 개체 틀 12"/>
          <p:cNvSpPr>
            <a:spLocks noGrp="1"/>
          </p:cNvSpPr>
          <p:nvPr>
            <p:ph type="body" idx="1"/>
          </p:nvPr>
        </p:nvSpPr>
        <p:spPr>
          <a:xfrm>
            <a:off x="457200" y="2249424"/>
            <a:ext cx="8229600" cy="432511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ko-KR" altLang="en-US"/>
              <a:t>마스터 텍스트 스타일을 편집합니다</a:t>
            </a:r>
          </a:p>
          <a:p>
            <a:pPr lvl="1" eaLnBrk="1" latinLnBrk="0" hangingPunct="1"/>
            <a:r>
              <a:rPr kumimoji="0" lang="ko-KR" altLang="en-US"/>
              <a:t>둘째 수준</a:t>
            </a:r>
          </a:p>
          <a:p>
            <a:pPr lvl="2" eaLnBrk="1" latinLnBrk="0" hangingPunct="1"/>
            <a:r>
              <a:rPr kumimoji="0" lang="ko-KR" altLang="en-US"/>
              <a:t>셋째 수준</a:t>
            </a:r>
          </a:p>
          <a:p>
            <a:pPr lvl="3" eaLnBrk="1" latinLnBrk="0" hangingPunct="1"/>
            <a:r>
              <a:rPr kumimoji="0" lang="ko-KR" altLang="en-US"/>
              <a:t>넷째 수준</a:t>
            </a:r>
          </a:p>
          <a:p>
            <a:pPr lvl="4" eaLnBrk="1" latinLnBrk="0" hangingPunct="1"/>
            <a:r>
              <a:rPr kumimoji="0" lang="ko-KR" altLang="en-US"/>
              <a:t>다섯째 수준</a:t>
            </a:r>
            <a:endParaRPr kumimoji="0" lang="en-US"/>
          </a:p>
        </p:txBody>
      </p:sp>
      <p:sp>
        <p:nvSpPr>
          <p:cNvPr id="14" name="날짜 개체 틀 13"/>
          <p:cNvSpPr>
            <a:spLocks noGrp="1"/>
          </p:cNvSpPr>
          <p:nvPr>
            <p:ph type="dt" sz="half" idx="2"/>
          </p:nvPr>
        </p:nvSpPr>
        <p:spPr>
          <a:xfrm>
            <a:off x="6586536" y="612648"/>
            <a:ext cx="957264" cy="45720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800">
                <a:solidFill>
                  <a:schemeClr val="accent2"/>
                </a:solidFill>
              </a:defRPr>
            </a:lvl1pPr>
          </a:lstStyle>
          <a:p>
            <a:fld id="{239BDB1D-0E3A-4622-9CDD-48EFCD7DECF9}" type="datetimeFigureOut">
              <a:rPr lang="ko-KR" altLang="en-US" smtClean="0"/>
              <a:pPr/>
              <a:t>2020-09-03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3"/>
          </p:nvPr>
        </p:nvSpPr>
        <p:spPr>
          <a:xfrm>
            <a:off x="5257800" y="612648"/>
            <a:ext cx="1325880" cy="45720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800">
                <a:solidFill>
                  <a:schemeClr val="accent2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23" name="슬라이드 번호 개체 틀 22"/>
          <p:cNvSpPr>
            <a:spLocks noGrp="1"/>
          </p:cNvSpPr>
          <p:nvPr>
            <p:ph type="sldNum" sz="quarter" idx="4"/>
          </p:nvPr>
        </p:nvSpPr>
        <p:spPr>
          <a:xfrm>
            <a:off x="8174736" y="2272"/>
            <a:ext cx="762000" cy="365760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800">
                <a:solidFill>
                  <a:srgbClr val="FFFFFF"/>
                </a:solidFill>
              </a:defRPr>
            </a:lvl1pPr>
          </a:lstStyle>
          <a:p>
            <a:fld id="{C509490A-A61F-4BE2-B474-FE1111DF0C50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rtl="0" eaLnBrk="1" latinLnBrk="1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65760" indent="-256032" algn="l" rtl="0" eaLnBrk="1" latinLnBrk="1" hangingPunct="1">
        <a:spcBef>
          <a:spcPts val="300"/>
        </a:spcBef>
        <a:buClr>
          <a:schemeClr val="accent3"/>
        </a:buClr>
        <a:buFont typeface="Georgia"/>
        <a:buChar char="•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58368" indent="-246888" algn="l" rtl="0" eaLnBrk="1" latinLnBrk="1" hangingPunct="1">
        <a:spcBef>
          <a:spcPts val="300"/>
        </a:spcBef>
        <a:buClr>
          <a:schemeClr val="accent2"/>
        </a:buClr>
        <a:buFont typeface="Georgia"/>
        <a:buChar char="▫"/>
        <a:defRPr kumimoji="0" sz="2600" kern="1200">
          <a:solidFill>
            <a:schemeClr val="accent2"/>
          </a:solidFill>
          <a:latin typeface="+mn-lt"/>
          <a:ea typeface="+mn-ea"/>
          <a:cs typeface="+mn-cs"/>
        </a:defRPr>
      </a:lvl2pPr>
      <a:lvl3pPr marL="923544" indent="-219456" algn="l" rtl="0" eaLnBrk="1" latinLnBrk="1" hangingPunct="1">
        <a:spcBef>
          <a:spcPts val="300"/>
        </a:spcBef>
        <a:buClr>
          <a:schemeClr val="accent1"/>
        </a:buClr>
        <a:buFont typeface="Wingdings 2"/>
        <a:buChar char=""/>
        <a:defRPr kumimoji="0" sz="24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1179576" indent="-201168" algn="l" rtl="0" eaLnBrk="1" latinLnBrk="1" hangingPunct="1">
        <a:spcBef>
          <a:spcPts val="300"/>
        </a:spcBef>
        <a:buClr>
          <a:schemeClr val="accent1"/>
        </a:buClr>
        <a:buFont typeface="Wingdings 2"/>
        <a:buChar char=""/>
        <a:defRPr kumimoji="0" sz="22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1389888" indent="-182880" algn="l" rtl="0" eaLnBrk="1" latinLnBrk="1" hangingPunct="1">
        <a:spcBef>
          <a:spcPts val="300"/>
        </a:spcBef>
        <a:buClr>
          <a:schemeClr val="accent3"/>
        </a:buClr>
        <a:buFont typeface="Georgia"/>
        <a:buChar char="▫"/>
        <a:defRPr kumimoji="0" sz="2000" kern="1200">
          <a:solidFill>
            <a:schemeClr val="accent3"/>
          </a:solidFill>
          <a:latin typeface="+mn-lt"/>
          <a:ea typeface="+mn-ea"/>
          <a:cs typeface="+mn-cs"/>
        </a:defRPr>
      </a:lvl5pPr>
      <a:lvl6pPr marL="1609344" indent="-182880" algn="l" rtl="0" eaLnBrk="1" latinLnBrk="1" hangingPunct="1">
        <a:spcBef>
          <a:spcPts val="300"/>
        </a:spcBef>
        <a:buClr>
          <a:schemeClr val="accent3"/>
        </a:buClr>
        <a:buFont typeface="Georgia"/>
        <a:buChar char="▫"/>
        <a:defRPr kumimoji="0" sz="1800" kern="1200">
          <a:solidFill>
            <a:schemeClr val="accent3"/>
          </a:solidFill>
          <a:latin typeface="+mn-lt"/>
          <a:ea typeface="+mn-ea"/>
          <a:cs typeface="+mn-cs"/>
        </a:defRPr>
      </a:lvl6pPr>
      <a:lvl7pPr marL="1828800" indent="-182880" algn="l" rtl="0" eaLnBrk="1" latinLnBrk="1" hangingPunct="1">
        <a:spcBef>
          <a:spcPts val="300"/>
        </a:spcBef>
        <a:buClr>
          <a:schemeClr val="accent3"/>
        </a:buClr>
        <a:buFont typeface="Georgia"/>
        <a:buChar char="▫"/>
        <a:defRPr kumimoji="0" sz="1600" kern="1200">
          <a:solidFill>
            <a:schemeClr val="accent3"/>
          </a:solidFill>
          <a:latin typeface="+mn-lt"/>
          <a:ea typeface="+mn-ea"/>
          <a:cs typeface="+mn-cs"/>
        </a:defRPr>
      </a:lvl7pPr>
      <a:lvl8pPr marL="2029968" indent="-182880" algn="l" rtl="0" eaLnBrk="1" latinLnBrk="1" hangingPunct="1">
        <a:spcBef>
          <a:spcPts val="300"/>
        </a:spcBef>
        <a:buClr>
          <a:schemeClr val="accent3"/>
        </a:buClr>
        <a:buFont typeface="Georgia"/>
        <a:buChar char="◦"/>
        <a:defRPr kumimoji="0" sz="1500" kern="1200">
          <a:solidFill>
            <a:schemeClr val="accent3"/>
          </a:solidFill>
          <a:latin typeface="+mn-lt"/>
          <a:ea typeface="+mn-ea"/>
          <a:cs typeface="+mn-cs"/>
        </a:defRPr>
      </a:lvl8pPr>
      <a:lvl9pPr marL="2240280" indent="-182880" algn="l" rtl="0" eaLnBrk="1" latinLnBrk="1" hangingPunct="1">
        <a:spcBef>
          <a:spcPts val="300"/>
        </a:spcBef>
        <a:buClr>
          <a:schemeClr val="accent3"/>
        </a:buClr>
        <a:buFont typeface="Georgia"/>
        <a:buChar char="◦"/>
        <a:defRPr kumimoji="0" sz="1400" kern="1200" baseline="0">
          <a:solidFill>
            <a:schemeClr val="accent3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/>
              <a:t>Unix System Programming</a:t>
            </a:r>
            <a:endParaRPr lang="ko-KR" altLang="en-US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/>
              <a:t>Unix </a:t>
            </a:r>
            <a:r>
              <a:rPr lang="ko-KR" altLang="en-US" dirty="0"/>
              <a:t>프로그래밍</a:t>
            </a:r>
            <a:endParaRPr lang="en-US" altLang="ko-KR" dirty="0"/>
          </a:p>
          <a:p>
            <a:r>
              <a:rPr lang="en-US" altLang="ko-KR" dirty="0" smtClean="0"/>
              <a:t>FIFO</a:t>
            </a:r>
            <a:endParaRPr lang="en-US" altLang="ko-KR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이번 실습에서는</a:t>
            </a:r>
            <a:r>
              <a:rPr lang="en-US" altLang="ko-KR" dirty="0"/>
              <a:t>…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dirty="0" smtClean="0"/>
              <a:t>FIFO </a:t>
            </a:r>
            <a:r>
              <a:rPr lang="ko-KR" altLang="en-US" dirty="0" smtClean="0"/>
              <a:t>조작</a:t>
            </a:r>
            <a:endParaRPr lang="en-US" altLang="ko-KR" dirty="0" smtClean="0"/>
          </a:p>
          <a:p>
            <a:pPr lvl="1"/>
            <a:r>
              <a:rPr lang="en-US" altLang="ko-KR" dirty="0" err="1" smtClean="0"/>
              <a:t>mkfifo</a:t>
            </a:r>
            <a:r>
              <a:rPr lang="en-US" altLang="ko-KR" dirty="0" smtClean="0"/>
              <a:t>()</a:t>
            </a:r>
          </a:p>
          <a:p>
            <a:pPr lvl="1"/>
            <a:r>
              <a:rPr lang="en-US" altLang="ko-KR" dirty="0" smtClean="0"/>
              <a:t>FIFO</a:t>
            </a:r>
            <a:r>
              <a:rPr lang="ko-KR" altLang="en-US" dirty="0" smtClean="0"/>
              <a:t>와 </a:t>
            </a:r>
            <a:r>
              <a:rPr lang="en-US" altLang="ko-KR" dirty="0" smtClean="0"/>
              <a:t>O_NONBLOCK </a:t>
            </a:r>
            <a:r>
              <a:rPr lang="ko-KR" altLang="en-US" dirty="0" smtClean="0"/>
              <a:t>스위치</a:t>
            </a:r>
            <a:endParaRPr lang="en-US" altLang="ko-KR" dirty="0" smtClean="0"/>
          </a:p>
          <a:p>
            <a:pPr lvl="1"/>
            <a:r>
              <a:rPr lang="en-US" altLang="ko-KR" dirty="0" smtClean="0"/>
              <a:t>FIFO</a:t>
            </a:r>
            <a:r>
              <a:rPr lang="ko-KR" altLang="en-US" dirty="0" smtClean="0"/>
              <a:t>와 </a:t>
            </a:r>
            <a:r>
              <a:rPr lang="ko-KR" altLang="en-US" dirty="0" smtClean="0"/>
              <a:t>시그널</a:t>
            </a:r>
            <a:endParaRPr lang="en-US" altLang="ko-KR" dirty="0" smtClean="0"/>
          </a:p>
          <a:p>
            <a:pPr lvl="1"/>
            <a:r>
              <a:rPr lang="en-US" altLang="ko-KR" dirty="0" smtClean="0"/>
              <a:t>Token ring</a:t>
            </a:r>
            <a:endParaRPr lang="en-US" altLang="ko-KR" dirty="0" smtClean="0"/>
          </a:p>
          <a:p>
            <a:r>
              <a:rPr lang="ko-KR" altLang="en-US" dirty="0" smtClean="0"/>
              <a:t>셸 </a:t>
            </a:r>
            <a:r>
              <a:rPr lang="ko-KR" altLang="en-US" dirty="0"/>
              <a:t>구현 프로젝트 과제 </a:t>
            </a:r>
            <a:r>
              <a:rPr lang="en-US" altLang="ko-KR" dirty="0"/>
              <a:t>#2</a:t>
            </a:r>
          </a:p>
        </p:txBody>
      </p:sp>
    </p:spTree>
    <p:extLst>
      <p:ext uri="{BB962C8B-B14F-4D97-AF65-F5344CB8AC3E}">
        <p14:creationId xmlns:p14="http://schemas.microsoft.com/office/powerpoint/2010/main" val="26940901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FIFO </a:t>
            </a:r>
            <a:r>
              <a:rPr lang="ko-KR" altLang="en-US" dirty="0"/>
              <a:t>생성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&lt;sys/</a:t>
            </a:r>
            <a:r>
              <a:rPr lang="en-US" altLang="ko-KR" dirty="0" err="1"/>
              <a:t>stat.h</a:t>
            </a:r>
            <a:r>
              <a:rPr lang="en-US" altLang="ko-KR" dirty="0"/>
              <a:t>&gt;</a:t>
            </a:r>
          </a:p>
          <a:p>
            <a:r>
              <a:rPr lang="en-US" altLang="ko-KR" dirty="0" err="1"/>
              <a:t>int</a:t>
            </a:r>
            <a:r>
              <a:rPr lang="en-US" altLang="ko-KR" dirty="0"/>
              <a:t> </a:t>
            </a:r>
            <a:r>
              <a:rPr lang="en-US" altLang="ko-KR" dirty="0" err="1"/>
              <a:t>mkfifo</a:t>
            </a:r>
            <a:r>
              <a:rPr lang="en-US" altLang="ko-KR" dirty="0"/>
              <a:t>(const char *path, </a:t>
            </a:r>
            <a:r>
              <a:rPr lang="en-US" altLang="ko-KR" dirty="0" err="1"/>
              <a:t>mode_t</a:t>
            </a:r>
            <a:r>
              <a:rPr lang="en-US" altLang="ko-KR" dirty="0"/>
              <a:t> mode)</a:t>
            </a:r>
          </a:p>
          <a:p>
            <a:pPr lvl="1"/>
            <a:r>
              <a:rPr lang="en-US" altLang="ko-KR" dirty="0"/>
              <a:t>path</a:t>
            </a:r>
            <a:r>
              <a:rPr lang="ko-KR" altLang="en-US" dirty="0"/>
              <a:t>로 지정된 </a:t>
            </a:r>
            <a:r>
              <a:rPr lang="en-US" altLang="ko-KR" dirty="0"/>
              <a:t>FIFO(First in, First out)</a:t>
            </a:r>
            <a:r>
              <a:rPr lang="ko-KR" altLang="en-US" dirty="0"/>
              <a:t>를 생성</a:t>
            </a:r>
            <a:endParaRPr lang="en-US" altLang="ko-KR" dirty="0"/>
          </a:p>
          <a:p>
            <a:pPr lvl="1"/>
            <a:r>
              <a:rPr lang="ko-KR" altLang="en-US" dirty="0"/>
              <a:t>다른 프로그램 사이의 통신을 가능케 함</a:t>
            </a:r>
            <a:r>
              <a:rPr lang="en-US" altLang="ko-KR" dirty="0"/>
              <a:t>.</a:t>
            </a:r>
          </a:p>
          <a:p>
            <a:pPr lvl="1"/>
            <a:r>
              <a:rPr lang="ko-KR" altLang="en-US" dirty="0"/>
              <a:t>생성된 </a:t>
            </a:r>
            <a:r>
              <a:rPr lang="en-US" altLang="ko-KR" dirty="0"/>
              <a:t>FIFO</a:t>
            </a:r>
            <a:r>
              <a:rPr lang="ko-KR" altLang="en-US" dirty="0"/>
              <a:t>는 다시 </a:t>
            </a:r>
            <a:r>
              <a:rPr lang="en-US" altLang="ko-KR" dirty="0"/>
              <a:t>open()</a:t>
            </a:r>
            <a:r>
              <a:rPr lang="ko-KR" altLang="en-US" dirty="0"/>
              <a:t>으로 열어야 함</a:t>
            </a:r>
            <a:endParaRPr lang="en-US" altLang="ko-KR" dirty="0"/>
          </a:p>
          <a:p>
            <a:pPr lvl="1"/>
            <a:r>
              <a:rPr lang="ko-KR" altLang="en-US" dirty="0"/>
              <a:t>결과 값 </a:t>
            </a:r>
            <a:r>
              <a:rPr lang="en-US" altLang="ko-KR" dirty="0"/>
              <a:t>: 0</a:t>
            </a:r>
            <a:r>
              <a:rPr lang="ko-KR" altLang="en-US" dirty="0"/>
              <a:t>이면 성공</a:t>
            </a:r>
            <a:r>
              <a:rPr lang="en-US" altLang="ko-KR" dirty="0"/>
              <a:t>, -1</a:t>
            </a:r>
            <a:r>
              <a:rPr lang="ko-KR" altLang="en-US" dirty="0"/>
              <a:t>이면 실패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1143000"/>
            <a:ext cx="8229600" cy="1066800"/>
          </a:xfrm>
        </p:spPr>
        <p:txBody>
          <a:bodyPr/>
          <a:lstStyle/>
          <a:p>
            <a:r>
              <a:rPr lang="en-US" altLang="ko-KR" dirty="0"/>
              <a:t>FIFO </a:t>
            </a:r>
            <a:r>
              <a:rPr lang="ko-KR" altLang="en-US" dirty="0"/>
              <a:t>생성 실습 </a:t>
            </a:r>
            <a:r>
              <a:rPr lang="en-US" altLang="ko-KR" dirty="0"/>
              <a:t>(</a:t>
            </a:r>
            <a:r>
              <a:rPr lang="en-US" altLang="ko-KR" dirty="0" err="1"/>
              <a:t>send.c</a:t>
            </a:r>
            <a:r>
              <a:rPr lang="en-US" altLang="ko-KR" dirty="0"/>
              <a:t>)</a:t>
            </a:r>
            <a:endParaRPr lang="ko-KR" altLang="en-US" dirty="0"/>
          </a:p>
        </p:txBody>
      </p:sp>
      <p:pic>
        <p:nvPicPr>
          <p:cNvPr id="13" name="내용 개체 틀 12">
            <a:extLst>
              <a:ext uri="{FF2B5EF4-FFF2-40B4-BE49-F238E27FC236}">
                <a16:creationId xmlns:a16="http://schemas.microsoft.com/office/drawing/2014/main" id="{37E562B4-509C-47BB-AD6F-73B40C5DF35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11560" y="2249488"/>
            <a:ext cx="4251193" cy="432435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74C6BCFF-C0D3-4C2B-9F86-6E6631CDA4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6663" y="3128301"/>
            <a:ext cx="3667785" cy="2043741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FIFO </a:t>
            </a:r>
            <a:r>
              <a:rPr lang="ko-KR" altLang="en-US" dirty="0"/>
              <a:t>생성 실습 </a:t>
            </a:r>
            <a:r>
              <a:rPr lang="en-US" altLang="ko-KR" dirty="0"/>
              <a:t>(</a:t>
            </a:r>
            <a:r>
              <a:rPr lang="en-US" altLang="ko-KR" dirty="0" err="1"/>
              <a:t>recv.c</a:t>
            </a:r>
            <a:r>
              <a:rPr lang="en-US" altLang="ko-KR" dirty="0"/>
              <a:t>)</a:t>
            </a:r>
            <a:endParaRPr lang="ko-KR" altLang="en-US" dirty="0"/>
          </a:p>
        </p:txBody>
      </p:sp>
      <p:pic>
        <p:nvPicPr>
          <p:cNvPr id="307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763688" y="2273992"/>
            <a:ext cx="5616624" cy="42753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FIFO </a:t>
            </a:r>
            <a:r>
              <a:rPr lang="ko-KR" altLang="en-US" dirty="0"/>
              <a:t>생성 실습</a:t>
            </a:r>
          </a:p>
        </p:txBody>
      </p:sp>
      <p:sp>
        <p:nvSpPr>
          <p:cNvPr id="8" name="텍스트 개체 틀 7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send </a:t>
            </a:r>
            <a:r>
              <a:rPr lang="ko-KR" altLang="en-US" dirty="0"/>
              <a:t>단독 실행</a:t>
            </a:r>
          </a:p>
        </p:txBody>
      </p:sp>
      <p:sp>
        <p:nvSpPr>
          <p:cNvPr id="10" name="텍스트 개체 틀 9"/>
          <p:cNvSpPr>
            <a:spLocks noGrp="1"/>
          </p:cNvSpPr>
          <p:nvPr>
            <p:ph type="body" sz="half" idx="3"/>
          </p:nvPr>
        </p:nvSpPr>
        <p:spPr/>
        <p:txBody>
          <a:bodyPr/>
          <a:lstStyle/>
          <a:p>
            <a:r>
              <a:rPr lang="en-US" altLang="ko-KR" dirty="0" err="1"/>
              <a:t>recv</a:t>
            </a:r>
            <a:r>
              <a:rPr lang="en-US" altLang="ko-KR" dirty="0"/>
              <a:t> </a:t>
            </a:r>
            <a:r>
              <a:rPr lang="ko-KR" altLang="en-US" dirty="0"/>
              <a:t>단독 실행</a:t>
            </a:r>
          </a:p>
        </p:txBody>
      </p:sp>
      <p:pic>
        <p:nvPicPr>
          <p:cNvPr id="4098" name="Picture 2"/>
          <p:cNvPicPr>
            <a:picLocks noGrp="1" noChangeAspect="1" noChangeArrowheads="1"/>
          </p:cNvPicPr>
          <p:nvPr>
            <p:ph sz="quarter" idx="2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79776" y="2924944"/>
            <a:ext cx="4244222" cy="7165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099" name="Picture 3"/>
          <p:cNvPicPr>
            <a:picLocks noGrp="1" noChangeAspect="1" noChangeArrowheads="1"/>
          </p:cNvPicPr>
          <p:nvPr>
            <p:ph sz="quarter" idx="4"/>
          </p:nvPr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539690" y="2924944"/>
            <a:ext cx="4398494" cy="8605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4" name="TextBox 13"/>
          <p:cNvSpPr txBox="1"/>
          <p:nvPr/>
        </p:nvSpPr>
        <p:spPr>
          <a:xfrm>
            <a:off x="3203848" y="3933056"/>
            <a:ext cx="571502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O_NONBLOCK (</a:t>
            </a:r>
            <a:r>
              <a:rPr lang="ko-KR" altLang="en-US" dirty="0"/>
              <a:t>블로킹 해제</a:t>
            </a:r>
            <a:r>
              <a:rPr lang="en-US" altLang="ko-KR" dirty="0"/>
              <a:t>) </a:t>
            </a:r>
            <a:r>
              <a:rPr lang="ko-KR" altLang="en-US" dirty="0"/>
              <a:t>모드를 켜지 않았으므로</a:t>
            </a:r>
            <a:endParaRPr lang="en-US" altLang="ko-KR" dirty="0"/>
          </a:p>
          <a:p>
            <a:r>
              <a:rPr lang="ko-KR" altLang="en-US" dirty="0"/>
              <a:t>프롬프트가 나타나지 않는다</a:t>
            </a:r>
            <a:r>
              <a:rPr lang="en-US" altLang="ko-KR" dirty="0"/>
              <a:t>.</a:t>
            </a:r>
            <a:r>
              <a:rPr lang="ko-KR" altLang="en-US" dirty="0"/>
              <a:t> </a:t>
            </a:r>
            <a:r>
              <a:rPr lang="en-US" altLang="ko-KR" dirty="0"/>
              <a:t>(</a:t>
            </a:r>
            <a:r>
              <a:rPr lang="ko-KR" altLang="en-US" dirty="0"/>
              <a:t>후술</a:t>
            </a:r>
            <a:r>
              <a:rPr lang="en-US" altLang="ko-KR" dirty="0"/>
              <a:t>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FIFO </a:t>
            </a:r>
            <a:r>
              <a:rPr lang="ko-KR" altLang="en-US" dirty="0"/>
              <a:t>생성 실습</a:t>
            </a:r>
          </a:p>
        </p:txBody>
      </p:sp>
      <p:sp>
        <p:nvSpPr>
          <p:cNvPr id="8" name="텍스트 개체 틀 7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Send (Terminal 1)</a:t>
            </a:r>
            <a:endParaRPr lang="ko-KR" altLang="en-US" dirty="0"/>
          </a:p>
        </p:txBody>
      </p:sp>
      <p:sp>
        <p:nvSpPr>
          <p:cNvPr id="10" name="텍스트 개체 틀 9"/>
          <p:cNvSpPr>
            <a:spLocks noGrp="1"/>
          </p:cNvSpPr>
          <p:nvPr>
            <p:ph type="body" sz="half" idx="3"/>
          </p:nvPr>
        </p:nvSpPr>
        <p:spPr/>
        <p:txBody>
          <a:bodyPr/>
          <a:lstStyle/>
          <a:p>
            <a:r>
              <a:rPr lang="en-US" altLang="ko-KR" dirty="0" err="1"/>
              <a:t>Recv</a:t>
            </a:r>
            <a:r>
              <a:rPr lang="en-US" altLang="ko-KR" dirty="0"/>
              <a:t> (Terminal 2)</a:t>
            </a:r>
            <a:endParaRPr lang="ko-KR" altLang="en-US" dirty="0"/>
          </a:p>
        </p:txBody>
      </p:sp>
      <p:pic>
        <p:nvPicPr>
          <p:cNvPr id="5122" name="Picture 2"/>
          <p:cNvPicPr>
            <a:picLocks noGrp="1" noChangeAspect="1" noChangeArrowheads="1"/>
          </p:cNvPicPr>
          <p:nvPr>
            <p:ph sz="quarter" idx="2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29379" y="2852936"/>
            <a:ext cx="3945018" cy="12926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123" name="Picture 3"/>
          <p:cNvPicPr>
            <a:picLocks noGrp="1" noChangeAspect="1" noChangeArrowheads="1"/>
          </p:cNvPicPr>
          <p:nvPr>
            <p:ph sz="quarter" idx="4"/>
          </p:nvPr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681732" y="2852936"/>
            <a:ext cx="4114410" cy="11486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2" name="TextBox 11"/>
          <p:cNvSpPr txBox="1"/>
          <p:nvPr/>
        </p:nvSpPr>
        <p:spPr>
          <a:xfrm>
            <a:off x="395536" y="4221088"/>
            <a:ext cx="669674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err="1" smtClean="0"/>
              <a:t>Ctrl+D</a:t>
            </a:r>
            <a:r>
              <a:rPr lang="ko-KR" altLang="en-US" dirty="0" smtClean="0"/>
              <a:t>로 </a:t>
            </a:r>
            <a:r>
              <a:rPr lang="ko-KR" altLang="en-US" dirty="0" err="1" smtClean="0"/>
              <a:t>종료시켜야</a:t>
            </a:r>
            <a:r>
              <a:rPr lang="ko-KR" altLang="en-US" dirty="0" smtClean="0"/>
              <a:t> </a:t>
            </a:r>
            <a:r>
              <a:rPr lang="en-US" altLang="ko-KR" dirty="0"/>
              <a:t>FIFO</a:t>
            </a:r>
            <a:r>
              <a:rPr lang="ko-KR" altLang="en-US" dirty="0"/>
              <a:t>가 정상적으로 삭제됨 </a:t>
            </a:r>
            <a:r>
              <a:rPr lang="en-US" altLang="ko-KR" dirty="0"/>
              <a:t>(EOF)</a:t>
            </a:r>
          </a:p>
          <a:p>
            <a:r>
              <a:rPr lang="en-US" altLang="ko-KR" dirty="0"/>
              <a:t>(</a:t>
            </a:r>
            <a:r>
              <a:rPr lang="ko-KR" altLang="en-US" dirty="0"/>
              <a:t>시그널 </a:t>
            </a:r>
            <a:r>
              <a:rPr lang="ko-KR" altLang="en-US" dirty="0" smtClean="0"/>
              <a:t>처리를 </a:t>
            </a:r>
            <a:r>
              <a:rPr lang="ko-KR" altLang="en-US" dirty="0"/>
              <a:t>통해 </a:t>
            </a:r>
            <a:r>
              <a:rPr lang="en-US" altLang="ko-KR" dirty="0" err="1"/>
              <a:t>Ctrl+C</a:t>
            </a:r>
            <a:r>
              <a:rPr lang="ko-KR" altLang="en-US" dirty="0"/>
              <a:t>도 처리 가능</a:t>
            </a:r>
            <a:r>
              <a:rPr lang="en-US" altLang="ko-KR" dirty="0"/>
              <a:t>)</a:t>
            </a:r>
          </a:p>
          <a:p>
            <a:endParaRPr lang="en-US" altLang="ko-KR" dirty="0"/>
          </a:p>
          <a:p>
            <a:r>
              <a:rPr lang="ko-KR" altLang="en-US" dirty="0"/>
              <a:t>터미널 창을 </a:t>
            </a:r>
            <a:r>
              <a:rPr lang="en-US" altLang="ko-KR" dirty="0"/>
              <a:t>2</a:t>
            </a:r>
            <a:r>
              <a:rPr lang="ko-KR" altLang="en-US" dirty="0"/>
              <a:t>개 띄워 </a:t>
            </a:r>
            <a:r>
              <a:rPr lang="ko-KR" altLang="en-US" dirty="0" err="1" smtClean="0"/>
              <a:t>실행해보기</a:t>
            </a:r>
            <a:endParaRPr lang="en-US" altLang="ko-KR" dirty="0" smtClean="0"/>
          </a:p>
          <a:p>
            <a:r>
              <a:rPr lang="ko-KR" altLang="en-US" dirty="0" smtClean="0"/>
              <a:t>실행되지 </a:t>
            </a:r>
            <a:r>
              <a:rPr lang="ko-KR" altLang="en-US" dirty="0"/>
              <a:t>않을 시 </a:t>
            </a:r>
            <a:r>
              <a:rPr lang="en-US" altLang="ko-KR" dirty="0"/>
              <a:t>#define FIFO</a:t>
            </a:r>
            <a:r>
              <a:rPr lang="ko-KR" altLang="en-US" dirty="0"/>
              <a:t>에 있는 </a:t>
            </a:r>
            <a:r>
              <a:rPr lang="en-US" altLang="ko-KR" dirty="0"/>
              <a:t>‘/</a:t>
            </a:r>
            <a:r>
              <a:rPr lang="en-US" altLang="ko-KR" dirty="0" err="1"/>
              <a:t>tmp</a:t>
            </a:r>
            <a:r>
              <a:rPr lang="en-US" altLang="ko-KR" dirty="0"/>
              <a:t>/</a:t>
            </a:r>
            <a:r>
              <a:rPr lang="en-US" altLang="ko-KR" dirty="0" err="1"/>
              <a:t>fifo</a:t>
            </a:r>
            <a:r>
              <a:rPr lang="en-US" altLang="ko-KR" dirty="0"/>
              <a:t>’</a:t>
            </a:r>
            <a:r>
              <a:rPr lang="ko-KR" altLang="en-US" dirty="0"/>
              <a:t> 삭제</a:t>
            </a:r>
            <a:endParaRPr lang="en-US" altLang="ko-KR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Non-blocking </a:t>
            </a:r>
            <a:r>
              <a:rPr lang="ko-KR" altLang="en-US" dirty="0"/>
              <a:t>모드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읽기</a:t>
            </a:r>
            <a:r>
              <a:rPr lang="en-US" altLang="ko-KR" dirty="0"/>
              <a:t>(O_RDONLY, O_RDWR)</a:t>
            </a:r>
          </a:p>
          <a:p>
            <a:pPr lvl="1"/>
            <a:r>
              <a:rPr lang="ko-KR" altLang="en-US" dirty="0"/>
              <a:t>파일 서술자가 즉시 반환됨</a:t>
            </a:r>
            <a:endParaRPr lang="en-US" altLang="ko-KR" dirty="0"/>
          </a:p>
          <a:p>
            <a:pPr lvl="1"/>
            <a:r>
              <a:rPr lang="ko-KR" altLang="en-US" dirty="0"/>
              <a:t>읽을 것이 없으면</a:t>
            </a:r>
            <a:r>
              <a:rPr lang="en-US" altLang="ko-KR" dirty="0"/>
              <a:t> </a:t>
            </a:r>
            <a:r>
              <a:rPr lang="ko-KR" altLang="en-US" dirty="0"/>
              <a:t>오류 발생</a:t>
            </a:r>
            <a:r>
              <a:rPr lang="en-US" altLang="ko-KR" dirty="0"/>
              <a:t>(EAGAIN)</a:t>
            </a:r>
          </a:p>
          <a:p>
            <a:r>
              <a:rPr lang="ko-KR" altLang="en-US" dirty="0"/>
              <a:t>쓰기</a:t>
            </a:r>
            <a:r>
              <a:rPr lang="en-US" altLang="ko-KR" dirty="0"/>
              <a:t>(O_WRONLY)</a:t>
            </a:r>
          </a:p>
          <a:p>
            <a:pPr lvl="1"/>
            <a:r>
              <a:rPr lang="ko-KR" altLang="en-US" dirty="0"/>
              <a:t>읽는 프로세스가 없으면 오류 발생</a:t>
            </a:r>
            <a:r>
              <a:rPr lang="en-US" altLang="ko-KR" dirty="0"/>
              <a:t>(ENXIO)</a:t>
            </a:r>
          </a:p>
          <a:p>
            <a:r>
              <a:rPr lang="ko-KR" altLang="en-US" dirty="0"/>
              <a:t>오류 정보는 </a:t>
            </a:r>
            <a:r>
              <a:rPr lang="en-US" altLang="ko-KR" dirty="0"/>
              <a:t>&lt;</a:t>
            </a:r>
            <a:r>
              <a:rPr lang="en-US" altLang="ko-KR" dirty="0" err="1"/>
              <a:t>errno.h</a:t>
            </a:r>
            <a:r>
              <a:rPr lang="en-US" altLang="ko-KR" dirty="0"/>
              <a:t>&gt;</a:t>
            </a:r>
            <a:r>
              <a:rPr lang="ko-KR" altLang="en-US" dirty="0"/>
              <a:t>의 </a:t>
            </a:r>
            <a:r>
              <a:rPr lang="en-US" altLang="ko-KR" dirty="0" err="1"/>
              <a:t>errno</a:t>
            </a:r>
            <a:r>
              <a:rPr lang="en-US" altLang="ko-KR" dirty="0"/>
              <a:t> </a:t>
            </a:r>
            <a:r>
              <a:rPr lang="ko-KR" altLang="en-US" dirty="0"/>
              <a:t>변수에 있음</a:t>
            </a:r>
          </a:p>
        </p:txBody>
      </p:sp>
    </p:spTree>
    <p:extLst>
      <p:ext uri="{BB962C8B-B14F-4D97-AF65-F5344CB8AC3E}">
        <p14:creationId xmlns:p14="http://schemas.microsoft.com/office/powerpoint/2010/main" val="36382741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Non-blocking </a:t>
            </a:r>
            <a:r>
              <a:rPr lang="ko-KR" altLang="en-US" dirty="0"/>
              <a:t>실습 </a:t>
            </a:r>
            <a:r>
              <a:rPr lang="en-US" altLang="ko-KR" dirty="0"/>
              <a:t>– send2.c</a:t>
            </a:r>
            <a:endParaRPr lang="ko-KR" altLang="en-US" dirty="0"/>
          </a:p>
        </p:txBody>
      </p:sp>
      <p:pic>
        <p:nvPicPr>
          <p:cNvPr id="1027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82437" y="3356992"/>
            <a:ext cx="8179126" cy="31174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TextBox 9"/>
          <p:cNvSpPr txBox="1"/>
          <p:nvPr/>
        </p:nvSpPr>
        <p:spPr>
          <a:xfrm>
            <a:off x="467544" y="2492896"/>
            <a:ext cx="604203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이전 실습의 </a:t>
            </a:r>
            <a:r>
              <a:rPr lang="en-US" altLang="ko-KR" dirty="0" err="1"/>
              <a:t>send.c</a:t>
            </a:r>
            <a:r>
              <a:rPr lang="ko-KR" altLang="en-US" dirty="0"/>
              <a:t>에서 수정</a:t>
            </a:r>
            <a:endParaRPr lang="en-US" altLang="ko-KR" dirty="0"/>
          </a:p>
          <a:p>
            <a:r>
              <a:rPr lang="ko-KR" altLang="en-US" dirty="0"/>
              <a:t>파이프를 읽는 프로세스가 없으면 메시지 출력 후 </a:t>
            </a:r>
            <a:r>
              <a:rPr lang="en-US" altLang="ko-KR" dirty="0"/>
              <a:t>1</a:t>
            </a:r>
            <a:r>
              <a:rPr lang="ko-KR" altLang="en-US" dirty="0"/>
              <a:t>초 대기</a:t>
            </a:r>
          </a:p>
        </p:txBody>
      </p:sp>
      <p:sp>
        <p:nvSpPr>
          <p:cNvPr id="11" name="직사각형 10"/>
          <p:cNvSpPr/>
          <p:nvPr/>
        </p:nvSpPr>
        <p:spPr>
          <a:xfrm>
            <a:off x="3851920" y="5013176"/>
            <a:ext cx="4176464" cy="43204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/>
              <a:t>errno</a:t>
            </a:r>
            <a:r>
              <a:rPr lang="ko-KR" altLang="en-US" dirty="0"/>
              <a:t>는 </a:t>
            </a:r>
            <a:r>
              <a:rPr lang="en-US" altLang="ko-KR" dirty="0"/>
              <a:t>&lt;</a:t>
            </a:r>
            <a:r>
              <a:rPr lang="en-US" altLang="ko-KR" dirty="0" err="1"/>
              <a:t>errno.h</a:t>
            </a:r>
            <a:r>
              <a:rPr lang="en-US" altLang="ko-KR" dirty="0"/>
              <a:t>&gt;</a:t>
            </a:r>
            <a:r>
              <a:rPr lang="ko-KR" altLang="en-US" dirty="0"/>
              <a:t>에서 사용 가능</a:t>
            </a:r>
          </a:p>
        </p:txBody>
      </p:sp>
    </p:spTree>
    <p:extLst>
      <p:ext uri="{BB962C8B-B14F-4D97-AF65-F5344CB8AC3E}">
        <p14:creationId xmlns:p14="http://schemas.microsoft.com/office/powerpoint/2010/main" val="6574882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Non-blocking </a:t>
            </a:r>
            <a:r>
              <a:rPr lang="ko-KR" altLang="en-US" dirty="0"/>
              <a:t>실습 </a:t>
            </a:r>
            <a:r>
              <a:rPr lang="en-US" altLang="ko-KR" dirty="0"/>
              <a:t>– recv2.c</a:t>
            </a:r>
            <a:endParaRPr lang="ko-KR" altLang="en-US" dirty="0"/>
          </a:p>
        </p:txBody>
      </p:sp>
      <p:pic>
        <p:nvPicPr>
          <p:cNvPr id="2052" name="Picture 4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9552" y="2164633"/>
            <a:ext cx="5472608" cy="44940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직사각형 10"/>
          <p:cNvSpPr/>
          <p:nvPr/>
        </p:nvSpPr>
        <p:spPr>
          <a:xfrm>
            <a:off x="4499992" y="4077072"/>
            <a:ext cx="4032448" cy="79208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ENOENT : </a:t>
            </a:r>
            <a:r>
              <a:rPr lang="ko-KR" altLang="en-US" dirty="0"/>
              <a:t>파일이 존재하지 않음</a:t>
            </a:r>
            <a:endParaRPr lang="en-US" altLang="ko-KR" dirty="0"/>
          </a:p>
          <a:p>
            <a:pPr algn="ctr"/>
            <a:r>
              <a:rPr lang="en-US" altLang="ko-KR" dirty="0"/>
              <a:t>(</a:t>
            </a:r>
            <a:r>
              <a:rPr lang="ko-KR" altLang="en-US" dirty="0"/>
              <a:t>파이프가 없으면 </a:t>
            </a:r>
            <a:r>
              <a:rPr lang="en-US" altLang="ko-KR" dirty="0"/>
              <a:t>1</a:t>
            </a:r>
            <a:r>
              <a:rPr lang="ko-KR" altLang="en-US" dirty="0"/>
              <a:t>초 대기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6012160" y="2996952"/>
            <a:ext cx="290977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O_RDWR</a:t>
            </a:r>
            <a:r>
              <a:rPr lang="ko-KR" altLang="en-US" dirty="0"/>
              <a:t>만 사용할 것</a:t>
            </a:r>
            <a:endParaRPr lang="en-US" altLang="ko-KR" dirty="0"/>
          </a:p>
          <a:p>
            <a:r>
              <a:rPr lang="en-US" altLang="ko-KR" dirty="0"/>
              <a:t>(O_RDONLY</a:t>
            </a:r>
            <a:r>
              <a:rPr lang="ko-KR" altLang="en-US" dirty="0"/>
              <a:t>는 오류 발생</a:t>
            </a:r>
            <a:r>
              <a:rPr lang="en-US" altLang="ko-KR" dirty="0"/>
              <a:t>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56471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Non-blocking </a:t>
            </a:r>
            <a:r>
              <a:rPr lang="ko-KR" altLang="en-US" dirty="0"/>
              <a:t>실습 </a:t>
            </a:r>
            <a:r>
              <a:rPr lang="en-US" altLang="ko-KR" dirty="0"/>
              <a:t>– </a:t>
            </a:r>
            <a:r>
              <a:rPr lang="ko-KR" altLang="en-US" dirty="0"/>
              <a:t>단독 실행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send2 </a:t>
            </a:r>
            <a:r>
              <a:rPr lang="ko-KR" altLang="en-US" dirty="0"/>
              <a:t>단독 실행</a:t>
            </a:r>
          </a:p>
        </p:txBody>
      </p:sp>
      <p:sp>
        <p:nvSpPr>
          <p:cNvPr id="6" name="텍스트 개체 틀 5"/>
          <p:cNvSpPr>
            <a:spLocks noGrp="1"/>
          </p:cNvSpPr>
          <p:nvPr>
            <p:ph type="body" sz="half" idx="3"/>
          </p:nvPr>
        </p:nvSpPr>
        <p:spPr/>
        <p:txBody>
          <a:bodyPr/>
          <a:lstStyle/>
          <a:p>
            <a:r>
              <a:rPr lang="en-US" altLang="ko-KR" dirty="0"/>
              <a:t>recv2 </a:t>
            </a:r>
            <a:r>
              <a:rPr lang="ko-KR" altLang="en-US" dirty="0"/>
              <a:t>단독 실행</a:t>
            </a:r>
          </a:p>
        </p:txBody>
      </p:sp>
      <p:pic>
        <p:nvPicPr>
          <p:cNvPr id="3074" name="Picture 2"/>
          <p:cNvPicPr>
            <a:picLocks noGrp="1" noChangeAspect="1" noChangeArrowheads="1"/>
          </p:cNvPicPr>
          <p:nvPr>
            <p:ph sz="quarter" idx="4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692750" y="3284984"/>
            <a:ext cx="4092376" cy="27327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075" name="Picture 3"/>
          <p:cNvPicPr>
            <a:picLocks noGrp="1" noChangeAspect="1" noChangeArrowheads="1"/>
          </p:cNvPicPr>
          <p:nvPr>
            <p:ph sz="quarter" idx="2"/>
          </p:nvPr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79889" y="3284985"/>
            <a:ext cx="4243996" cy="27327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640DC2C-01C2-44D0-9A46-A866AF9581DC}"/>
              </a:ext>
            </a:extLst>
          </p:cNvPr>
          <p:cNvSpPr txBox="1"/>
          <p:nvPr/>
        </p:nvSpPr>
        <p:spPr>
          <a:xfrm>
            <a:off x="4692750" y="6093296"/>
            <a:ext cx="26180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/>
              <a:t>when $ rm /tmp/fifo</a:t>
            </a:r>
            <a:endParaRPr lang="ko-KR" altLang="en-US" b="1"/>
          </a:p>
        </p:txBody>
      </p:sp>
    </p:spTree>
    <p:extLst>
      <p:ext uri="{BB962C8B-B14F-4D97-AF65-F5344CB8AC3E}">
        <p14:creationId xmlns:p14="http://schemas.microsoft.com/office/powerpoint/2010/main" val="39884331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Non-blocking </a:t>
            </a:r>
            <a:r>
              <a:rPr lang="ko-KR" altLang="en-US" dirty="0"/>
              <a:t>실습 </a:t>
            </a:r>
            <a:r>
              <a:rPr lang="en-US" altLang="ko-KR" dirty="0"/>
              <a:t>– </a:t>
            </a:r>
            <a:r>
              <a:rPr lang="ko-KR" altLang="en-US" dirty="0"/>
              <a:t>연계 실행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send2</a:t>
            </a:r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3"/>
          </p:nvPr>
        </p:nvSpPr>
        <p:spPr/>
        <p:txBody>
          <a:bodyPr/>
          <a:lstStyle/>
          <a:p>
            <a:r>
              <a:rPr lang="en-US" altLang="ko-KR" dirty="0"/>
              <a:t>recv2</a:t>
            </a:r>
            <a:endParaRPr lang="ko-KR" altLang="en-US" dirty="0"/>
          </a:p>
        </p:txBody>
      </p:sp>
      <p:pic>
        <p:nvPicPr>
          <p:cNvPr id="4098" name="Picture 2"/>
          <p:cNvPicPr>
            <a:picLocks noGrp="1" noChangeAspect="1" noChangeArrowheads="1"/>
          </p:cNvPicPr>
          <p:nvPr>
            <p:ph sz="quarter" idx="2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21448" y="2780927"/>
            <a:ext cx="6094768" cy="19890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099" name="Picture 3"/>
          <p:cNvPicPr>
            <a:picLocks noGrp="1" noChangeAspect="1" noChangeArrowheads="1"/>
          </p:cNvPicPr>
          <p:nvPr>
            <p:ph sz="quarter" idx="4"/>
          </p:nvPr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480014" y="5301208"/>
            <a:ext cx="4517848" cy="11486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9845082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FIFO</a:t>
            </a:r>
            <a:r>
              <a:rPr lang="ko-KR" altLang="en-US" dirty="0"/>
              <a:t>와 시그널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err="1"/>
              <a:t>Ctrl+C</a:t>
            </a:r>
            <a:r>
              <a:rPr lang="ko-KR" altLang="en-US" dirty="0"/>
              <a:t>와 </a:t>
            </a:r>
            <a:r>
              <a:rPr lang="en-US" altLang="ko-KR" dirty="0"/>
              <a:t>FIFO</a:t>
            </a:r>
          </a:p>
          <a:p>
            <a:pPr lvl="1"/>
            <a:r>
              <a:rPr lang="ko-KR" altLang="en-US" dirty="0"/>
              <a:t>프로세스를 중단하면 이후의 코드가 수행되지 않음</a:t>
            </a:r>
            <a:endParaRPr lang="en-US" altLang="ko-KR" dirty="0"/>
          </a:p>
          <a:p>
            <a:pPr lvl="1"/>
            <a:r>
              <a:rPr lang="en-US" altLang="ko-KR" dirty="0"/>
              <a:t>= </a:t>
            </a:r>
            <a:r>
              <a:rPr lang="ko-KR" altLang="en-US" dirty="0"/>
              <a:t>프로세스가 </a:t>
            </a:r>
            <a:r>
              <a:rPr lang="en-US" altLang="ko-KR" dirty="0"/>
              <a:t>FIFO</a:t>
            </a:r>
            <a:r>
              <a:rPr lang="ko-KR" altLang="en-US" dirty="0"/>
              <a:t>를 삭제할 틈이 없게 된다</a:t>
            </a:r>
            <a:endParaRPr lang="en-US" altLang="ko-KR" dirty="0"/>
          </a:p>
          <a:p>
            <a:r>
              <a:rPr lang="en-US" altLang="ko-KR" dirty="0" err="1"/>
              <a:t>Ctrl+C</a:t>
            </a:r>
            <a:r>
              <a:rPr lang="ko-KR" altLang="en-US" dirty="0"/>
              <a:t>를 써도 정상적으로 되도록 시그널 처리가 필요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6034859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404664"/>
            <a:ext cx="8229600" cy="1066800"/>
          </a:xfrm>
        </p:spPr>
        <p:txBody>
          <a:bodyPr/>
          <a:lstStyle/>
          <a:p>
            <a:r>
              <a:rPr lang="en-US" altLang="ko-KR" dirty="0"/>
              <a:t>FIFO</a:t>
            </a:r>
            <a:r>
              <a:rPr lang="ko-KR" altLang="en-US" dirty="0"/>
              <a:t>와 시그널 실습 </a:t>
            </a:r>
            <a:r>
              <a:rPr lang="en-US" altLang="ko-KR" dirty="0"/>
              <a:t>– send3.c</a:t>
            </a:r>
            <a:endParaRPr lang="ko-KR" altLang="en-US" dirty="0"/>
          </a:p>
        </p:txBody>
      </p:sp>
      <p:pic>
        <p:nvPicPr>
          <p:cNvPr id="13" name="내용 개체 틀 12">
            <a:extLst>
              <a:ext uri="{FF2B5EF4-FFF2-40B4-BE49-F238E27FC236}">
                <a16:creationId xmlns:a16="http://schemas.microsoft.com/office/drawing/2014/main" id="{5682E987-7DC6-4C87-B3F4-36C1F4A50934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611560" y="1340768"/>
            <a:ext cx="2872902" cy="5382294"/>
          </a:xfrm>
          <a:prstGeom prst="rect">
            <a:avLst/>
          </a:prstGeom>
        </p:spPr>
      </p:pic>
      <p:pic>
        <p:nvPicPr>
          <p:cNvPr id="14" name="내용 개체 틀 13">
            <a:extLst>
              <a:ext uri="{FF2B5EF4-FFF2-40B4-BE49-F238E27FC236}">
                <a16:creationId xmlns:a16="http://schemas.microsoft.com/office/drawing/2014/main" id="{9CB65BD4-4A55-451E-AFDB-9D1462F8FFFA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3668682" y="1340768"/>
            <a:ext cx="4948428" cy="53822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844356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FIFO</a:t>
            </a:r>
            <a:r>
              <a:rPr lang="ko-KR" altLang="en-US" dirty="0"/>
              <a:t>와 시그널 실습 </a:t>
            </a:r>
            <a:r>
              <a:rPr lang="en-US" altLang="ko-KR" dirty="0"/>
              <a:t>– </a:t>
            </a:r>
            <a:r>
              <a:rPr lang="ko-KR" altLang="en-US" dirty="0"/>
              <a:t>연계 실습</a:t>
            </a:r>
          </a:p>
        </p:txBody>
      </p:sp>
      <p:pic>
        <p:nvPicPr>
          <p:cNvPr id="5122" name="Picture 2"/>
          <p:cNvPicPr>
            <a:picLocks noGrp="1" noChangeAspect="1" noChangeArrowheads="1"/>
          </p:cNvPicPr>
          <p:nvPr>
            <p:ph sz="half"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57199" y="2348880"/>
            <a:ext cx="8181895" cy="21077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123" name="Picture 3"/>
          <p:cNvPicPr>
            <a:picLocks noGrp="1" noChangeAspect="1" noChangeArrowheads="1"/>
          </p:cNvPicPr>
          <p:nvPr>
            <p:ph sz="half" idx="2"/>
          </p:nvPr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987824" y="4632596"/>
            <a:ext cx="5667581" cy="17531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직사각형 6"/>
          <p:cNvSpPr/>
          <p:nvPr/>
        </p:nvSpPr>
        <p:spPr>
          <a:xfrm>
            <a:off x="5004048" y="2780928"/>
            <a:ext cx="3456384" cy="5040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FIFO</a:t>
            </a:r>
            <a:r>
              <a:rPr lang="ko-KR" altLang="en-US" dirty="0"/>
              <a:t>가 정상적으로 삭제되었다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5709851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토큰 링</a:t>
            </a:r>
            <a:r>
              <a:rPr lang="en-US" altLang="ko-KR" dirty="0"/>
              <a:t>(Token Ring)?</a:t>
            </a:r>
            <a:endParaRPr lang="ko-KR" altLang="en-US" dirty="0"/>
          </a:p>
        </p:txBody>
      </p:sp>
      <p:sp>
        <p:nvSpPr>
          <p:cNvPr id="4" name="내용 개체 틀 3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altLang="ko-KR" dirty="0"/>
              <a:t>1980</a:t>
            </a:r>
            <a:r>
              <a:rPr lang="ko-KR" altLang="en-US" dirty="0"/>
              <a:t>년 초에 쓰였던 네트워크의 일종</a:t>
            </a:r>
            <a:r>
              <a:rPr lang="en-US" altLang="ko-KR" dirty="0"/>
              <a:t>(IEEE 802.5)</a:t>
            </a:r>
          </a:p>
          <a:p>
            <a:r>
              <a:rPr lang="ko-KR" altLang="en-US" dirty="0"/>
              <a:t>프레임</a:t>
            </a:r>
            <a:r>
              <a:rPr lang="en-US" altLang="ko-KR" dirty="0"/>
              <a:t>(</a:t>
            </a:r>
            <a:r>
              <a:rPr lang="ko-KR" altLang="en-US" dirty="0"/>
              <a:t>화살표 표시</a:t>
            </a:r>
            <a:r>
              <a:rPr lang="en-US" altLang="ko-KR" dirty="0"/>
              <a:t>)</a:t>
            </a:r>
            <a:r>
              <a:rPr lang="ko-KR" altLang="en-US" dirty="0"/>
              <a:t>이 비어 있으면 메시지 전송 가능</a:t>
            </a:r>
            <a:endParaRPr lang="en-US" altLang="ko-KR" dirty="0"/>
          </a:p>
          <a:p>
            <a:r>
              <a:rPr lang="ko-KR" altLang="en-US" dirty="0"/>
              <a:t>전송은 바로 다음 대상에게로만 넘어감</a:t>
            </a:r>
            <a:endParaRPr lang="en-US" altLang="ko-KR" dirty="0"/>
          </a:p>
          <a:p>
            <a:r>
              <a:rPr lang="ko-KR" altLang="en-US" dirty="0"/>
              <a:t>대상이 일치하면 수신</a:t>
            </a:r>
            <a:r>
              <a:rPr lang="en-US" altLang="ko-KR" dirty="0"/>
              <a:t>, </a:t>
            </a:r>
            <a:r>
              <a:rPr lang="ko-KR" altLang="en-US" dirty="0"/>
              <a:t>일치하지 않으면 패스</a:t>
            </a:r>
            <a:endParaRPr lang="en-US" altLang="ko-KR" dirty="0"/>
          </a:p>
          <a:p>
            <a:r>
              <a:rPr lang="ko-KR" altLang="en-US" dirty="0"/>
              <a:t>송신자에게 돌아오면 메시지는 파기된다</a:t>
            </a:r>
            <a:r>
              <a:rPr lang="en-US" altLang="ko-KR" dirty="0"/>
              <a:t>. (</a:t>
            </a:r>
            <a:r>
              <a:rPr lang="ko-KR" altLang="en-US" dirty="0"/>
              <a:t>무한 루프 방지</a:t>
            </a:r>
            <a:r>
              <a:rPr lang="en-US" altLang="ko-KR" dirty="0"/>
              <a:t>)</a:t>
            </a:r>
            <a:endParaRPr lang="ko-KR" altLang="en-US" dirty="0"/>
          </a:p>
        </p:txBody>
      </p:sp>
      <p:graphicFrame>
        <p:nvGraphicFramePr>
          <p:cNvPr id="6" name="내용 개체 틀 5"/>
          <p:cNvGraphicFramePr>
            <a:graphicFrameLocks noGrp="1"/>
          </p:cNvGraphicFramePr>
          <p:nvPr>
            <p:ph sz="half" idx="2"/>
          </p:nvPr>
        </p:nvGraphicFramePr>
        <p:xfrm>
          <a:off x="4648200" y="2249488"/>
          <a:ext cx="4038600" cy="452596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4713048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토큰 링 시나리오</a:t>
            </a:r>
          </a:p>
        </p:txBody>
      </p:sp>
      <p:sp>
        <p:nvSpPr>
          <p:cNvPr id="4" name="직사각형 3"/>
          <p:cNvSpPr/>
          <p:nvPr/>
        </p:nvSpPr>
        <p:spPr>
          <a:xfrm>
            <a:off x="3275856" y="2924944"/>
            <a:ext cx="2448272" cy="100811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/>
              <a:t>부모 프로세스</a:t>
            </a:r>
          </a:p>
        </p:txBody>
      </p:sp>
      <p:sp>
        <p:nvSpPr>
          <p:cNvPr id="5" name="직사각형 4"/>
          <p:cNvSpPr/>
          <p:nvPr/>
        </p:nvSpPr>
        <p:spPr>
          <a:xfrm>
            <a:off x="2195736" y="5373216"/>
            <a:ext cx="1440160" cy="100811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자식 </a:t>
            </a:r>
            <a:r>
              <a:rPr lang="en-US" altLang="ko-KR" dirty="0"/>
              <a:t>#1</a:t>
            </a:r>
            <a:endParaRPr lang="ko-KR" altLang="en-US" dirty="0"/>
          </a:p>
        </p:txBody>
      </p:sp>
      <p:sp>
        <p:nvSpPr>
          <p:cNvPr id="9" name="오른쪽 화살표 8"/>
          <p:cNvSpPr/>
          <p:nvPr/>
        </p:nvSpPr>
        <p:spPr>
          <a:xfrm>
            <a:off x="755576" y="2924944"/>
            <a:ext cx="2448272" cy="108012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콘솔</a:t>
            </a:r>
            <a:r>
              <a:rPr lang="en-US" altLang="ko-KR" dirty="0"/>
              <a:t> </a:t>
            </a:r>
            <a:r>
              <a:rPr lang="ko-KR" altLang="en-US" dirty="0"/>
              <a:t>입력</a:t>
            </a:r>
          </a:p>
        </p:txBody>
      </p:sp>
      <p:sp>
        <p:nvSpPr>
          <p:cNvPr id="16" name="아래쪽 화살표 15"/>
          <p:cNvSpPr/>
          <p:nvPr/>
        </p:nvSpPr>
        <p:spPr>
          <a:xfrm rot="1800000">
            <a:off x="3419872" y="4005064"/>
            <a:ext cx="648072" cy="1296144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위쪽 화살표 18"/>
          <p:cNvSpPr/>
          <p:nvPr/>
        </p:nvSpPr>
        <p:spPr>
          <a:xfrm rot="19800000">
            <a:off x="5500695" y="4008248"/>
            <a:ext cx="648072" cy="1296144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TextBox 20"/>
          <p:cNvSpPr txBox="1"/>
          <p:nvPr/>
        </p:nvSpPr>
        <p:spPr>
          <a:xfrm>
            <a:off x="2412093" y="2204864"/>
            <a:ext cx="433163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dirty="0"/>
              <a:t>(</a:t>
            </a:r>
            <a:r>
              <a:rPr lang="ko-KR" altLang="en-US" dirty="0"/>
              <a:t>이미 저장된</a:t>
            </a:r>
            <a:r>
              <a:rPr lang="en-US" altLang="ko-KR" dirty="0"/>
              <a:t>) </a:t>
            </a:r>
            <a:r>
              <a:rPr lang="ko-KR" altLang="en-US" dirty="0"/>
              <a:t>콘솔 입력과 일치하면 폐기</a:t>
            </a:r>
            <a:endParaRPr lang="en-US" altLang="ko-KR" dirty="0"/>
          </a:p>
          <a:p>
            <a:pPr algn="ctr"/>
            <a:r>
              <a:rPr lang="en-US" altLang="ko-KR" dirty="0"/>
              <a:t>(</a:t>
            </a:r>
            <a:r>
              <a:rPr lang="en-US" altLang="ko-KR" dirty="0" err="1"/>
              <a:t>strcmp</a:t>
            </a:r>
            <a:r>
              <a:rPr lang="en-US" altLang="ko-KR" dirty="0"/>
              <a:t> </a:t>
            </a:r>
            <a:r>
              <a:rPr lang="ko-KR" altLang="en-US" dirty="0"/>
              <a:t>사용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22" name="오른쪽 화살표 21"/>
          <p:cNvSpPr/>
          <p:nvPr/>
        </p:nvSpPr>
        <p:spPr>
          <a:xfrm>
            <a:off x="5796136" y="2924944"/>
            <a:ext cx="2448272" cy="108012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콘솔</a:t>
            </a:r>
            <a:r>
              <a:rPr lang="en-US" altLang="ko-KR" dirty="0"/>
              <a:t> </a:t>
            </a:r>
            <a:r>
              <a:rPr lang="ko-KR" altLang="en-US" dirty="0"/>
              <a:t>출력</a:t>
            </a:r>
          </a:p>
        </p:txBody>
      </p:sp>
      <p:sp>
        <p:nvSpPr>
          <p:cNvPr id="23" name="직사각형 22"/>
          <p:cNvSpPr/>
          <p:nvPr/>
        </p:nvSpPr>
        <p:spPr>
          <a:xfrm>
            <a:off x="5652120" y="5373216"/>
            <a:ext cx="1440160" cy="100811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자식 </a:t>
            </a:r>
            <a:r>
              <a:rPr lang="en-US" altLang="ko-KR" dirty="0"/>
              <a:t>#2</a:t>
            </a:r>
            <a:endParaRPr lang="ko-KR" altLang="en-US" dirty="0"/>
          </a:p>
        </p:txBody>
      </p:sp>
      <p:sp>
        <p:nvSpPr>
          <p:cNvPr id="15" name="오른쪽 화살표 14"/>
          <p:cNvSpPr/>
          <p:nvPr/>
        </p:nvSpPr>
        <p:spPr>
          <a:xfrm>
            <a:off x="3707904" y="5517232"/>
            <a:ext cx="1872208" cy="82035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872446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F1A92004-212A-48C0-8CEA-9BA0A19359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520" y="620688"/>
            <a:ext cx="8640960" cy="5772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525228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토큰 링 실습 </a:t>
            </a:r>
            <a:r>
              <a:rPr lang="en-US" altLang="ko-KR" dirty="0"/>
              <a:t>– </a:t>
            </a:r>
            <a:r>
              <a:rPr lang="en-US" altLang="ko-KR" dirty="0" err="1"/>
              <a:t>token.c</a:t>
            </a:r>
            <a:r>
              <a:rPr lang="en-US" altLang="ko-KR" dirty="0"/>
              <a:t> (1)</a:t>
            </a:r>
            <a:endParaRPr lang="ko-KR" altLang="en-US" dirty="0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051720" y="2287241"/>
            <a:ext cx="5040560" cy="42488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1071802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토큰 링 실습 </a:t>
            </a:r>
            <a:r>
              <a:rPr lang="en-US" altLang="ko-KR" dirty="0"/>
              <a:t>– </a:t>
            </a:r>
            <a:r>
              <a:rPr lang="en-US" altLang="ko-KR" dirty="0" err="1"/>
              <a:t>token.c</a:t>
            </a:r>
            <a:r>
              <a:rPr lang="en-US" altLang="ko-KR" dirty="0"/>
              <a:t> (2)</a:t>
            </a:r>
            <a:endParaRPr lang="ko-KR" altLang="en-US" dirty="0"/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11560" y="2152006"/>
            <a:ext cx="5472608" cy="45193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99962750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토큰 링 실습 </a:t>
            </a:r>
            <a:r>
              <a:rPr lang="en-US" altLang="ko-KR" dirty="0"/>
              <a:t>– </a:t>
            </a:r>
            <a:r>
              <a:rPr lang="en-US" altLang="ko-KR" dirty="0" err="1"/>
              <a:t>token.c</a:t>
            </a:r>
            <a:r>
              <a:rPr lang="en-US" altLang="ko-KR" dirty="0"/>
              <a:t> (3)</a:t>
            </a:r>
            <a:endParaRPr lang="ko-KR" altLang="en-US" dirty="0"/>
          </a:p>
        </p:txBody>
      </p:sp>
      <p:pic>
        <p:nvPicPr>
          <p:cNvPr id="307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9552" y="2157414"/>
            <a:ext cx="6624736" cy="4508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직사각형 5"/>
          <p:cNvSpPr/>
          <p:nvPr/>
        </p:nvSpPr>
        <p:spPr>
          <a:xfrm>
            <a:off x="4932040" y="3284984"/>
            <a:ext cx="3888432" cy="7200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[0][1]</a:t>
            </a:r>
            <a:r>
              <a:rPr lang="ko-KR" altLang="en-US" dirty="0"/>
              <a:t>로 보내고 </a:t>
            </a:r>
            <a:r>
              <a:rPr lang="en-US" altLang="ko-KR" dirty="0"/>
              <a:t>[2][0]</a:t>
            </a:r>
            <a:r>
              <a:rPr lang="ko-KR" altLang="en-US" dirty="0"/>
              <a:t>으로 받음</a:t>
            </a:r>
          </a:p>
        </p:txBody>
      </p:sp>
    </p:spTree>
    <p:extLst>
      <p:ext uri="{BB962C8B-B14F-4D97-AF65-F5344CB8AC3E}">
        <p14:creationId xmlns:p14="http://schemas.microsoft.com/office/powerpoint/2010/main" val="376995375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토큰 링 실습 </a:t>
            </a:r>
            <a:r>
              <a:rPr lang="en-US" altLang="ko-KR" dirty="0"/>
              <a:t>– </a:t>
            </a:r>
            <a:r>
              <a:rPr lang="en-US" altLang="ko-KR" dirty="0" err="1"/>
              <a:t>token.c</a:t>
            </a:r>
            <a:r>
              <a:rPr lang="en-US" altLang="ko-KR" dirty="0"/>
              <a:t> (4)</a:t>
            </a:r>
            <a:endParaRPr lang="ko-KR" altLang="en-US" dirty="0"/>
          </a:p>
        </p:txBody>
      </p:sp>
      <p:pic>
        <p:nvPicPr>
          <p:cNvPr id="409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07385" y="2204865"/>
            <a:ext cx="8129230" cy="44135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직사각형 5"/>
          <p:cNvSpPr/>
          <p:nvPr/>
        </p:nvSpPr>
        <p:spPr>
          <a:xfrm>
            <a:off x="4932040" y="2204864"/>
            <a:ext cx="3888432" cy="5760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[1][1]</a:t>
            </a:r>
            <a:r>
              <a:rPr lang="ko-KR" altLang="en-US" dirty="0"/>
              <a:t>로 보내고 </a:t>
            </a:r>
            <a:r>
              <a:rPr lang="en-US" altLang="ko-KR" dirty="0"/>
              <a:t>[0][0]</a:t>
            </a:r>
            <a:r>
              <a:rPr lang="ko-KR" altLang="en-US" dirty="0"/>
              <a:t>으로 받음</a:t>
            </a:r>
          </a:p>
        </p:txBody>
      </p:sp>
    </p:spTree>
    <p:extLst>
      <p:ext uri="{BB962C8B-B14F-4D97-AF65-F5344CB8AC3E}">
        <p14:creationId xmlns:p14="http://schemas.microsoft.com/office/powerpoint/2010/main" val="270522735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토큰 링 실습 </a:t>
            </a:r>
            <a:r>
              <a:rPr lang="en-US" altLang="ko-KR" dirty="0"/>
              <a:t>– </a:t>
            </a:r>
            <a:r>
              <a:rPr lang="en-US" altLang="ko-KR" dirty="0" err="1"/>
              <a:t>token.c</a:t>
            </a:r>
            <a:r>
              <a:rPr lang="en-US" altLang="ko-KR" dirty="0"/>
              <a:t> (5)</a:t>
            </a:r>
            <a:endParaRPr lang="ko-KR" altLang="en-US" dirty="0"/>
          </a:p>
        </p:txBody>
      </p:sp>
      <p:pic>
        <p:nvPicPr>
          <p:cNvPr id="512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50721" y="2204865"/>
            <a:ext cx="8042558" cy="44135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직사각형 5"/>
          <p:cNvSpPr/>
          <p:nvPr/>
        </p:nvSpPr>
        <p:spPr>
          <a:xfrm>
            <a:off x="4932040" y="2204864"/>
            <a:ext cx="3888432" cy="5760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[2][1]</a:t>
            </a:r>
            <a:r>
              <a:rPr lang="ko-KR" altLang="en-US" dirty="0"/>
              <a:t>로 보내고 </a:t>
            </a:r>
            <a:r>
              <a:rPr lang="en-US" altLang="ko-KR" dirty="0"/>
              <a:t>[1][0]</a:t>
            </a:r>
            <a:r>
              <a:rPr lang="ko-KR" altLang="en-US" dirty="0"/>
              <a:t>으로 받음</a:t>
            </a:r>
          </a:p>
        </p:txBody>
      </p:sp>
    </p:spTree>
    <p:extLst>
      <p:ext uri="{BB962C8B-B14F-4D97-AF65-F5344CB8AC3E}">
        <p14:creationId xmlns:p14="http://schemas.microsoft.com/office/powerpoint/2010/main" val="353575366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토큰 링 실습 </a:t>
            </a:r>
            <a:r>
              <a:rPr lang="en-US" altLang="ko-KR" dirty="0"/>
              <a:t>– </a:t>
            </a:r>
            <a:r>
              <a:rPr lang="ko-KR" altLang="en-US" dirty="0"/>
              <a:t>결과</a:t>
            </a:r>
          </a:p>
        </p:txBody>
      </p:sp>
      <p:pic>
        <p:nvPicPr>
          <p:cNvPr id="614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42041" y="2564904"/>
            <a:ext cx="8459918" cy="36935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25989682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쉘</a:t>
            </a:r>
            <a:r>
              <a:rPr lang="ko-KR" altLang="en-US" dirty="0"/>
              <a:t> 구현 프로젝트 과제 </a:t>
            </a:r>
            <a:r>
              <a:rPr lang="en-US" altLang="ko-KR" dirty="0"/>
              <a:t>#2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다음 기능을 추가</a:t>
            </a:r>
            <a:endParaRPr lang="en-US" altLang="ko-KR" dirty="0"/>
          </a:p>
          <a:p>
            <a:pPr lvl="1"/>
            <a:r>
              <a:rPr lang="en-US" altLang="ko-KR" dirty="0"/>
              <a:t>SIGCHLD</a:t>
            </a:r>
            <a:r>
              <a:rPr lang="ko-KR" altLang="en-US" dirty="0"/>
              <a:t>로 자식 프로세스 </a:t>
            </a:r>
            <a:r>
              <a:rPr lang="en-US" altLang="ko-KR" dirty="0"/>
              <a:t>wait() </a:t>
            </a:r>
            <a:r>
              <a:rPr lang="ko-KR" altLang="en-US" dirty="0"/>
              <a:t>시 프로세스가 온전하게 수행되도록 구현</a:t>
            </a:r>
            <a:endParaRPr lang="en-US" altLang="ko-KR" dirty="0"/>
          </a:p>
          <a:p>
            <a:pPr lvl="1"/>
            <a:r>
              <a:rPr lang="en-US" altLang="ko-KR" dirty="0"/>
              <a:t>^C(SIGINT), ^\(SIGQUIT) </a:t>
            </a:r>
            <a:r>
              <a:rPr lang="ko-KR" altLang="en-US" dirty="0"/>
              <a:t>사용시 </a:t>
            </a:r>
            <a:r>
              <a:rPr lang="ko-KR" altLang="en-US" dirty="0" err="1"/>
              <a:t>쉘이</a:t>
            </a:r>
            <a:r>
              <a:rPr lang="ko-KR" altLang="en-US" dirty="0"/>
              <a:t> 종료되지 않도록</a:t>
            </a:r>
            <a:r>
              <a:rPr lang="en-US" altLang="ko-KR" dirty="0"/>
              <a:t>, Foreground </a:t>
            </a:r>
            <a:r>
              <a:rPr lang="ko-KR" altLang="en-US" dirty="0"/>
              <a:t>프로세스 실행 시 </a:t>
            </a:r>
            <a:r>
              <a:rPr lang="en-US" altLang="ko-KR" dirty="0"/>
              <a:t>SIGINT</a:t>
            </a:r>
            <a:r>
              <a:rPr lang="ko-KR" altLang="en-US" dirty="0"/>
              <a:t>를 받으면 프로세스가 끝나는 것을 구현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08830587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셸</a:t>
            </a:r>
            <a:r>
              <a:rPr lang="ko-KR" altLang="en-US" dirty="0"/>
              <a:t> 구현 프로젝트 과제 </a:t>
            </a:r>
            <a:r>
              <a:rPr lang="en-US" altLang="ko-KR" dirty="0"/>
              <a:t>#2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테스트 사항</a:t>
            </a:r>
            <a:endParaRPr lang="en-US" altLang="ko-KR" dirty="0"/>
          </a:p>
          <a:p>
            <a:pPr lvl="1"/>
            <a:r>
              <a:rPr lang="en-US" altLang="ko-KR" dirty="0"/>
              <a:t>Background &amp; Foreground</a:t>
            </a:r>
          </a:p>
          <a:p>
            <a:pPr lvl="2"/>
            <a:r>
              <a:rPr lang="en-US" altLang="ko-KR" dirty="0" err="1"/>
              <a:t>mysh</a:t>
            </a:r>
            <a:r>
              <a:rPr lang="en-US" altLang="ko-KR" dirty="0"/>
              <a:t>&gt; sleep 20 &amp;</a:t>
            </a:r>
            <a:br>
              <a:rPr lang="en-US" altLang="ko-KR" dirty="0"/>
            </a:br>
            <a:r>
              <a:rPr lang="en-US" altLang="ko-KR" dirty="0" err="1"/>
              <a:t>mysh</a:t>
            </a:r>
            <a:r>
              <a:rPr lang="en-US" altLang="ko-KR" dirty="0"/>
              <a:t>&gt; sleep 30 &amp;</a:t>
            </a:r>
            <a:br>
              <a:rPr lang="en-US" altLang="ko-KR" dirty="0"/>
            </a:br>
            <a:r>
              <a:rPr lang="en-US" altLang="ko-KR" dirty="0" err="1"/>
              <a:t>mysh</a:t>
            </a:r>
            <a:r>
              <a:rPr lang="en-US" altLang="ko-KR" dirty="0"/>
              <a:t>&gt; sleep 50</a:t>
            </a:r>
            <a:br>
              <a:rPr lang="en-US" altLang="ko-KR" dirty="0"/>
            </a:br>
            <a:r>
              <a:rPr lang="en-US" altLang="ko-KR" dirty="0"/>
              <a:t>("sleep 50"</a:t>
            </a:r>
            <a:r>
              <a:rPr lang="ko-KR" altLang="en-US" dirty="0"/>
              <a:t>이 </a:t>
            </a:r>
            <a:r>
              <a:rPr lang="en-US" altLang="ko-KR" dirty="0"/>
              <a:t>"sleep 20 &amp;"</a:t>
            </a:r>
            <a:r>
              <a:rPr lang="ko-KR" altLang="en-US" dirty="0"/>
              <a:t>과 </a:t>
            </a:r>
            <a:r>
              <a:rPr lang="en-US" altLang="ko-KR" dirty="0"/>
              <a:t>"sleep 30 &amp;"</a:t>
            </a:r>
            <a:r>
              <a:rPr lang="ko-KR" altLang="en-US" dirty="0"/>
              <a:t>에 방해 받지 않고 수행되는 것을 확인</a:t>
            </a:r>
            <a:r>
              <a:rPr lang="en-US" altLang="ko-KR" dirty="0"/>
              <a:t>)</a:t>
            </a:r>
            <a:br>
              <a:rPr lang="en-US" altLang="ko-KR" dirty="0"/>
            </a:br>
            <a:r>
              <a:rPr lang="en-US" altLang="ko-KR" dirty="0" err="1"/>
              <a:t>mysh</a:t>
            </a:r>
            <a:r>
              <a:rPr lang="en-US" altLang="ko-KR" dirty="0"/>
              <a:t>&gt; </a:t>
            </a:r>
            <a:r>
              <a:rPr lang="en-US" altLang="ko-KR" dirty="0" err="1"/>
              <a:t>ps</a:t>
            </a:r>
            <a:r>
              <a:rPr lang="en-US" altLang="ko-KR" dirty="0"/>
              <a:t> -u 12345</a:t>
            </a:r>
            <a:br>
              <a:rPr lang="en-US" altLang="ko-KR" dirty="0"/>
            </a:br>
            <a:r>
              <a:rPr lang="en-US" altLang="ko-KR" dirty="0"/>
              <a:t>(</a:t>
            </a:r>
            <a:r>
              <a:rPr lang="en-US" altLang="ko-KR" dirty="0" err="1"/>
              <a:t>ps</a:t>
            </a:r>
            <a:r>
              <a:rPr lang="ko-KR" altLang="en-US" dirty="0"/>
              <a:t>를 통해 </a:t>
            </a:r>
            <a:r>
              <a:rPr lang="ko-KR" altLang="en-US" dirty="0" err="1"/>
              <a:t>좀비</a:t>
            </a:r>
            <a:r>
              <a:rPr lang="ko-KR" altLang="en-US" dirty="0"/>
              <a:t> 프로세스가 없음을 확인</a:t>
            </a:r>
            <a:r>
              <a:rPr lang="en-US" altLang="ko-KR" dirty="0"/>
              <a:t>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9828260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셸</a:t>
            </a:r>
            <a:r>
              <a:rPr lang="ko-KR" altLang="en-US" dirty="0"/>
              <a:t> 구현 프로젝트 과제 </a:t>
            </a:r>
            <a:r>
              <a:rPr lang="en-US" altLang="ko-KR" dirty="0"/>
              <a:t>#2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테스트 사항</a:t>
            </a:r>
            <a:endParaRPr lang="en-US" altLang="ko-KR" dirty="0"/>
          </a:p>
          <a:p>
            <a:pPr lvl="1"/>
            <a:r>
              <a:rPr lang="ko-KR" altLang="en-US" dirty="0" err="1"/>
              <a:t>쉘</a:t>
            </a:r>
            <a:r>
              <a:rPr lang="ko-KR" altLang="en-US" dirty="0"/>
              <a:t> 프롬프트 상에서의 신호 무시</a:t>
            </a:r>
            <a:endParaRPr lang="en-US" altLang="ko-KR" dirty="0"/>
          </a:p>
          <a:p>
            <a:pPr lvl="2"/>
            <a:r>
              <a:rPr lang="en-US" altLang="ko-KR" dirty="0" err="1"/>
              <a:t>mysh</a:t>
            </a:r>
            <a:r>
              <a:rPr lang="en-US" altLang="ko-KR" dirty="0"/>
              <a:t>&gt; ^C</a:t>
            </a:r>
            <a:br>
              <a:rPr lang="en-US" altLang="ko-KR" dirty="0"/>
            </a:br>
            <a:r>
              <a:rPr lang="en-US" altLang="ko-KR" dirty="0"/>
              <a:t>(</a:t>
            </a:r>
            <a:r>
              <a:rPr lang="ko-KR" altLang="en-US" dirty="0"/>
              <a:t>무시되는 것을 확인</a:t>
            </a:r>
            <a:r>
              <a:rPr lang="en-US" altLang="ko-KR" dirty="0"/>
              <a:t>, </a:t>
            </a:r>
            <a:r>
              <a:rPr lang="ko-KR" altLang="en-US" dirty="0" err="1"/>
              <a:t>쉘은</a:t>
            </a:r>
            <a:r>
              <a:rPr lang="ko-KR" altLang="en-US" dirty="0"/>
              <a:t> 종료되지 않아야 함</a:t>
            </a:r>
            <a:r>
              <a:rPr lang="en-US" altLang="ko-KR" dirty="0"/>
              <a:t>)</a:t>
            </a:r>
            <a:br>
              <a:rPr lang="en-US" altLang="ko-KR" dirty="0"/>
            </a:br>
            <a:r>
              <a:rPr lang="en-US" altLang="ko-KR" dirty="0" err="1"/>
              <a:t>mysh</a:t>
            </a:r>
            <a:r>
              <a:rPr lang="en-US" altLang="ko-KR" dirty="0"/>
              <a:t>&gt;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2442239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셸</a:t>
            </a:r>
            <a:r>
              <a:rPr lang="ko-KR" altLang="en-US" dirty="0"/>
              <a:t> 구현 프로젝트 과제 </a:t>
            </a:r>
            <a:r>
              <a:rPr lang="en-US" altLang="ko-KR" dirty="0"/>
              <a:t>#2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테스트 사항</a:t>
            </a:r>
            <a:endParaRPr lang="en-US" altLang="ko-KR" dirty="0"/>
          </a:p>
          <a:p>
            <a:pPr lvl="1"/>
            <a:r>
              <a:rPr lang="en-US" altLang="ko-KR" dirty="0"/>
              <a:t>Foreground </a:t>
            </a:r>
            <a:r>
              <a:rPr lang="ko-KR" altLang="en-US" dirty="0"/>
              <a:t>실행 시 </a:t>
            </a:r>
            <a:r>
              <a:rPr lang="en-US" altLang="ko-KR" dirty="0"/>
              <a:t>Interrupt</a:t>
            </a:r>
          </a:p>
          <a:p>
            <a:pPr lvl="2"/>
            <a:r>
              <a:rPr lang="en-US" altLang="ko-KR" dirty="0" err="1"/>
              <a:t>mysh</a:t>
            </a:r>
            <a:r>
              <a:rPr lang="en-US" altLang="ko-KR" dirty="0"/>
              <a:t>&gt; sleep 30</a:t>
            </a:r>
            <a:br>
              <a:rPr lang="en-US" altLang="ko-KR" dirty="0"/>
            </a:br>
            <a:r>
              <a:rPr lang="en-US" altLang="ko-KR" dirty="0"/>
              <a:t>^C</a:t>
            </a:r>
            <a:br>
              <a:rPr lang="en-US" altLang="ko-KR" dirty="0"/>
            </a:br>
            <a:r>
              <a:rPr lang="en-US" altLang="ko-KR" dirty="0" err="1"/>
              <a:t>mysh</a:t>
            </a:r>
            <a:r>
              <a:rPr lang="en-US" altLang="ko-KR" dirty="0"/>
              <a:t>&gt; </a:t>
            </a:r>
            <a:br>
              <a:rPr lang="en-US" altLang="ko-KR" dirty="0"/>
            </a:br>
            <a:r>
              <a:rPr lang="en-US" altLang="ko-KR" dirty="0"/>
              <a:t>(</a:t>
            </a:r>
            <a:r>
              <a:rPr lang="ko-KR" altLang="en-US" dirty="0"/>
              <a:t>제어키</a:t>
            </a:r>
            <a:r>
              <a:rPr lang="en-US" altLang="ko-KR" dirty="0"/>
              <a:t>(^C, ^\)</a:t>
            </a:r>
            <a:r>
              <a:rPr lang="ko-KR" altLang="en-US" dirty="0"/>
              <a:t>을 받아 </a:t>
            </a:r>
            <a:r>
              <a:rPr lang="ko-KR" altLang="en-US" dirty="0" err="1"/>
              <a:t>포그라운드</a:t>
            </a:r>
            <a:r>
              <a:rPr lang="ko-KR" altLang="en-US" dirty="0"/>
              <a:t> 프로세스 </a:t>
            </a:r>
            <a:r>
              <a:rPr lang="en-US" altLang="ko-KR" dirty="0"/>
              <a:t>sleep</a:t>
            </a:r>
            <a:r>
              <a:rPr lang="ko-KR" altLang="en-US" dirty="0"/>
              <a:t>이 죽는 것을 확인</a:t>
            </a:r>
            <a:r>
              <a:rPr lang="en-US" altLang="ko-KR" dirty="0"/>
              <a:t>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1768888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셸</a:t>
            </a:r>
            <a:r>
              <a:rPr lang="ko-KR" altLang="en-US" dirty="0"/>
              <a:t> 구현 프로젝트 과제 </a:t>
            </a:r>
            <a:r>
              <a:rPr lang="en-US" altLang="ko-KR" dirty="0"/>
              <a:t>#2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약간의 힌트</a:t>
            </a:r>
            <a:endParaRPr lang="en-US" altLang="ko-KR" dirty="0"/>
          </a:p>
          <a:p>
            <a:pPr lvl="1"/>
            <a:r>
              <a:rPr lang="ko-KR" altLang="en-US" dirty="0" err="1"/>
              <a:t>쉘은</a:t>
            </a:r>
            <a:r>
              <a:rPr lang="ko-KR" altLang="en-US" dirty="0"/>
              <a:t> </a:t>
            </a:r>
            <a:r>
              <a:rPr lang="en-US" altLang="ko-KR" dirty="0" err="1"/>
              <a:t>Ctrl+C</a:t>
            </a:r>
            <a:r>
              <a:rPr lang="en-US" altLang="ko-KR" dirty="0"/>
              <a:t>, Ctrl+\</a:t>
            </a:r>
            <a:r>
              <a:rPr lang="ko-KR" altLang="en-US" dirty="0"/>
              <a:t>를 무시</a:t>
            </a:r>
            <a:endParaRPr lang="en-US" altLang="ko-KR" dirty="0"/>
          </a:p>
          <a:p>
            <a:pPr lvl="2"/>
            <a:r>
              <a:rPr lang="ko-KR" altLang="en-US" dirty="0"/>
              <a:t>힌트 </a:t>
            </a:r>
            <a:r>
              <a:rPr lang="en-US" altLang="ko-KR" dirty="0"/>
              <a:t>: SIGTSTP</a:t>
            </a:r>
            <a:r>
              <a:rPr lang="ko-KR" altLang="en-US" dirty="0"/>
              <a:t>와 </a:t>
            </a:r>
            <a:r>
              <a:rPr lang="en-US" altLang="ko-KR" dirty="0"/>
              <a:t>SIGINT</a:t>
            </a:r>
            <a:r>
              <a:rPr lang="ko-KR" altLang="en-US" dirty="0"/>
              <a:t>를 처리</a:t>
            </a:r>
            <a:endParaRPr lang="en-US" altLang="ko-KR" dirty="0"/>
          </a:p>
          <a:p>
            <a:pPr lvl="1"/>
            <a:r>
              <a:rPr lang="ko-KR" altLang="en-US" dirty="0"/>
              <a:t>실행하는 프로그램은 </a:t>
            </a:r>
            <a:r>
              <a:rPr lang="en-US" altLang="ko-KR" dirty="0" err="1"/>
              <a:t>Ctrl+C</a:t>
            </a:r>
            <a:r>
              <a:rPr lang="en-US" altLang="ko-KR" dirty="0"/>
              <a:t>, Ctrl+\</a:t>
            </a:r>
            <a:r>
              <a:rPr lang="ko-KR" altLang="en-US" dirty="0"/>
              <a:t>을 기본 처리</a:t>
            </a:r>
            <a:endParaRPr lang="en-US" altLang="ko-KR" dirty="0"/>
          </a:p>
          <a:p>
            <a:pPr lvl="2"/>
            <a:r>
              <a:rPr lang="ko-KR" altLang="en-US" dirty="0"/>
              <a:t>힌트 </a:t>
            </a:r>
            <a:r>
              <a:rPr lang="en-US" altLang="ko-KR" dirty="0"/>
              <a:t>: </a:t>
            </a:r>
            <a:r>
              <a:rPr lang="ko-KR" altLang="en-US" dirty="0"/>
              <a:t>자식 프로세스라면 </a:t>
            </a:r>
            <a:r>
              <a:rPr lang="ko-KR" altLang="en-US" dirty="0" err="1"/>
              <a:t>쉘이</a:t>
            </a:r>
            <a:r>
              <a:rPr lang="ko-KR" altLang="en-US" dirty="0"/>
              <a:t> 아니다</a:t>
            </a:r>
            <a:r>
              <a:rPr lang="en-US" altLang="ko-K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79037505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셸</a:t>
            </a:r>
            <a:r>
              <a:rPr lang="ko-KR" altLang="en-US" dirty="0"/>
              <a:t> 구현 프로젝트 과제 </a:t>
            </a:r>
            <a:r>
              <a:rPr lang="en-US" altLang="ko-KR" dirty="0"/>
              <a:t>#2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과제 참고사항</a:t>
            </a:r>
            <a:endParaRPr lang="en-US" altLang="ko-KR" dirty="0"/>
          </a:p>
          <a:p>
            <a:pPr lvl="1"/>
            <a:r>
              <a:rPr lang="ko-KR" altLang="en-US" dirty="0"/>
              <a:t>해당 </a:t>
            </a:r>
            <a:r>
              <a:rPr lang="ko-KR" altLang="en-US" dirty="0" err="1"/>
              <a:t>제출기간에</a:t>
            </a:r>
            <a:r>
              <a:rPr lang="ko-KR" altLang="en-US" dirty="0"/>
              <a:t> </a:t>
            </a:r>
            <a:r>
              <a:rPr lang="en-US" altLang="ko-KR" dirty="0"/>
              <a:t>blackboard</a:t>
            </a:r>
            <a:r>
              <a:rPr lang="ko-KR" altLang="en-US" dirty="0"/>
              <a:t>에 업로드할 것</a:t>
            </a:r>
            <a:endParaRPr lang="en-US" altLang="ko-KR" dirty="0"/>
          </a:p>
          <a:p>
            <a:pPr lvl="1"/>
            <a:r>
              <a:rPr lang="en-US" altLang="ko-KR" dirty="0"/>
              <a:t>blackboard </a:t>
            </a:r>
            <a:r>
              <a:rPr lang="ko-KR" altLang="en-US" dirty="0"/>
              <a:t>이외의 수단으로 업로드한 과제물에 대해선 제출로 인정하지 않음</a:t>
            </a:r>
            <a:r>
              <a:rPr lang="en-US" altLang="ko-KR" dirty="0"/>
              <a:t>(</a:t>
            </a:r>
            <a:r>
              <a:rPr lang="ko-KR" altLang="en-US" dirty="0"/>
              <a:t>게시판</a:t>
            </a:r>
            <a:r>
              <a:rPr lang="en-US" altLang="ko-KR" dirty="0"/>
              <a:t>/</a:t>
            </a:r>
            <a:r>
              <a:rPr lang="ko-KR" altLang="en-US" dirty="0"/>
              <a:t>조교 </a:t>
            </a:r>
            <a:r>
              <a:rPr lang="en-US" altLang="ko-KR" dirty="0"/>
              <a:t>E-mail </a:t>
            </a:r>
            <a:r>
              <a:rPr lang="ko-KR" altLang="en-US" dirty="0"/>
              <a:t>등</a:t>
            </a:r>
            <a:r>
              <a:rPr lang="en-US" altLang="ko-KR" dirty="0"/>
              <a:t>)</a:t>
            </a:r>
          </a:p>
          <a:p>
            <a:pPr lvl="1"/>
            <a:r>
              <a:rPr lang="ko-KR" altLang="en-US" dirty="0"/>
              <a:t>보고서는 이전 것에 붙여서 </a:t>
            </a:r>
            <a:r>
              <a:rPr lang="en-US" altLang="ko-KR" dirty="0"/>
              <a:t>/ </a:t>
            </a:r>
            <a:r>
              <a:rPr lang="ko-KR" altLang="en-US" dirty="0"/>
              <a:t>코드는 그대로 </a:t>
            </a:r>
            <a:r>
              <a:rPr lang="ko-KR" altLang="en-US" dirty="0" smtClean="0"/>
              <a:t>제출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60155248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도시">
  <a:themeElements>
    <a:clrScheme name="도시">
      <a:dk1>
        <a:sysClr val="windowText" lastClr="000000"/>
      </a:dk1>
      <a:lt1>
        <a:sysClr val="window" lastClr="FFFFFF"/>
      </a:lt1>
      <a:dk2>
        <a:srgbClr val="424456"/>
      </a:dk2>
      <a:lt2>
        <a:srgbClr val="DEDEDE"/>
      </a:lt2>
      <a:accent1>
        <a:srgbClr val="53548A"/>
      </a:accent1>
      <a:accent2>
        <a:srgbClr val="438086"/>
      </a:accent2>
      <a:accent3>
        <a:srgbClr val="A04DA3"/>
      </a:accent3>
      <a:accent4>
        <a:srgbClr val="C4652D"/>
      </a:accent4>
      <a:accent5>
        <a:srgbClr val="8B5D3D"/>
      </a:accent5>
      <a:accent6>
        <a:srgbClr val="5C92B5"/>
      </a:accent6>
      <a:hlink>
        <a:srgbClr val="67AFBD"/>
      </a:hlink>
      <a:folHlink>
        <a:srgbClr val="C2A874"/>
      </a:folHlink>
    </a:clrScheme>
    <a:fontScheme name="도시">
      <a:majorFont>
        <a:latin typeface="Trebuchet MS"/>
        <a:ea typeface=""/>
        <a:cs typeface=""/>
        <a:font script="Jpan" typeface="HGｺﾞｼｯｸM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Georgia"/>
        <a:ea typeface=""/>
        <a:cs typeface=""/>
        <a:font script="Jpan" typeface="HG明朝B"/>
        <a:font script="Hang" typeface="맑은 고딕"/>
        <a:font script="Hans" typeface="宋体"/>
        <a:font script="Hant" typeface="新細明體"/>
        <a:font script="Arab" typeface="Arial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도시">
      <a:fillStyleLst>
        <a:solidFill>
          <a:schemeClr val="phClr"/>
        </a:solidFill>
        <a:gradFill rotWithShape="1">
          <a:gsLst>
            <a:gs pos="0">
              <a:schemeClr val="phClr">
                <a:tint val="1000"/>
                <a:satMod val="255000"/>
              </a:schemeClr>
            </a:gs>
            <a:gs pos="55000">
              <a:schemeClr val="phClr">
                <a:tint val="12000"/>
                <a:satMod val="255000"/>
              </a:schemeClr>
            </a:gs>
            <a:gs pos="100000">
              <a:schemeClr val="phClr">
                <a:tint val="45000"/>
                <a:satMod val="250000"/>
              </a:schemeClr>
            </a:gs>
          </a:gsLst>
          <a:path path="circle">
            <a:fillToRect l="-40000" t="-90000" r="140000" b="190000"/>
          </a:path>
        </a:gradFill>
        <a:gradFill rotWithShape="1">
          <a:gsLst>
            <a:gs pos="0">
              <a:schemeClr val="phClr">
                <a:tint val="43000"/>
                <a:satMod val="165000"/>
              </a:schemeClr>
            </a:gs>
            <a:gs pos="55000">
              <a:schemeClr val="phClr">
                <a:tint val="83000"/>
                <a:satMod val="155000"/>
              </a:schemeClr>
            </a:gs>
            <a:gs pos="100000">
              <a:schemeClr val="phClr">
                <a:shade val="85000"/>
              </a:schemeClr>
            </a:gs>
          </a:gsLst>
          <a:path path="circle">
            <a:fillToRect l="-40000" t="-90000" r="140000" b="19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15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flat" dir="t">
              <a:rot lat="0" lon="0" rev="20040000"/>
            </a:lightRig>
          </a:scene3d>
          <a:sp3d contourW="12700" prstMaterial="dkEdge">
            <a:bevelT w="25400" h="38100" prst="convex"/>
            <a:contourClr>
              <a:schemeClr val="phClr">
                <a:satMod val="115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100000">
              <a:schemeClr val="phClr">
                <a:tint val="80000"/>
                <a:satMod val="250000"/>
              </a:schemeClr>
            </a:gs>
            <a:gs pos="60000">
              <a:schemeClr val="phClr">
                <a:shade val="38000"/>
                <a:satMod val="175000"/>
              </a:schemeClr>
            </a:gs>
            <a:gs pos="0">
              <a:schemeClr val="phClr">
                <a:shade val="30000"/>
                <a:satMod val="175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</a:schemeClr>
              <a:schemeClr val="phClr">
                <a:tint val="96000"/>
                <a:satMod val="150000"/>
              </a:schemeClr>
            </a:duotone>
          </a:blip>
          <a:tile tx="0" ty="0" sx="80000" sy="8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Urban</Template>
  <TotalTime>5705</TotalTime>
  <Words>664</Words>
  <Application>Microsoft Office PowerPoint</Application>
  <PresentationFormat>화면 슬라이드 쇼(4:3)</PresentationFormat>
  <Paragraphs>118</Paragraphs>
  <Slides>30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30</vt:i4>
      </vt:variant>
    </vt:vector>
  </HeadingPairs>
  <TitlesOfParts>
    <vt:vector size="35" baseType="lpstr">
      <vt:lpstr>맑은 고딕</vt:lpstr>
      <vt:lpstr>Georgia</vt:lpstr>
      <vt:lpstr>Trebuchet MS</vt:lpstr>
      <vt:lpstr>Wingdings 2</vt:lpstr>
      <vt:lpstr>도시</vt:lpstr>
      <vt:lpstr>Unix System Programming</vt:lpstr>
      <vt:lpstr>이번 실습에서는…</vt:lpstr>
      <vt:lpstr>FIFO 생성</vt:lpstr>
      <vt:lpstr>FIFO 생성 실습 (send.c)</vt:lpstr>
      <vt:lpstr>FIFO 생성 실습 (recv.c)</vt:lpstr>
      <vt:lpstr>FIFO 생성 실습</vt:lpstr>
      <vt:lpstr>FIFO 생성 실습</vt:lpstr>
      <vt:lpstr>Non-blocking 모드</vt:lpstr>
      <vt:lpstr>Non-blocking 실습 – send2.c</vt:lpstr>
      <vt:lpstr>Non-blocking 실습 – recv2.c</vt:lpstr>
      <vt:lpstr>Non-blocking 실습 – 단독 실행</vt:lpstr>
      <vt:lpstr>Non-blocking 실습 – 연계 실행</vt:lpstr>
      <vt:lpstr>FIFO와 시그널</vt:lpstr>
      <vt:lpstr>FIFO와 시그널 실습 – send3.c</vt:lpstr>
      <vt:lpstr>FIFO와 시그널 실습 – 연계 실습</vt:lpstr>
      <vt:lpstr>토큰 링(Token Ring)?</vt:lpstr>
      <vt:lpstr>토큰 링 시나리오</vt:lpstr>
      <vt:lpstr>PowerPoint 프레젠테이션</vt:lpstr>
      <vt:lpstr>토큰 링 실습 – token.c (1)</vt:lpstr>
      <vt:lpstr>토큰 링 실습 – token.c (2)</vt:lpstr>
      <vt:lpstr>토큰 링 실습 – token.c (3)</vt:lpstr>
      <vt:lpstr>토큰 링 실습 – token.c (4)</vt:lpstr>
      <vt:lpstr>토큰 링 실습 – token.c (5)</vt:lpstr>
      <vt:lpstr>토큰 링 실습 – 결과</vt:lpstr>
      <vt:lpstr>쉘 구현 프로젝트 과제 #2</vt:lpstr>
      <vt:lpstr>셸 구현 프로젝트 과제 #2</vt:lpstr>
      <vt:lpstr>셸 구현 프로젝트 과제 #2</vt:lpstr>
      <vt:lpstr>셸 구현 프로젝트 과제 #2</vt:lpstr>
      <vt:lpstr>셸 구현 프로젝트 과제 #2</vt:lpstr>
      <vt:lpstr>셸 구현 프로젝트 과제 #2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Unix System Programming</dc:title>
  <dc:creator>petpro</dc:creator>
  <cp:lastModifiedBy>inha</cp:lastModifiedBy>
  <cp:revision>385</cp:revision>
  <dcterms:created xsi:type="dcterms:W3CDTF">2013-08-29T15:29:36Z</dcterms:created>
  <dcterms:modified xsi:type="dcterms:W3CDTF">2020-09-03T11:02:37Z</dcterms:modified>
</cp:coreProperties>
</file>